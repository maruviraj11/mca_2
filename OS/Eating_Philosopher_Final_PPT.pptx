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69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4EB8B8-66CF-43C7-B6B1-952D0889F733}" v="1" dt="2026-03-25T03:31:43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AJ MARU" userId="87b6801bba7931fa" providerId="LiveId" clId="{D75069FA-8293-40BF-A5C4-A389CC34FD6E}"/>
    <pc:docChg chg="modSld">
      <pc:chgData name="VIRAJ MARU" userId="87b6801bba7931fa" providerId="LiveId" clId="{D75069FA-8293-40BF-A5C4-A389CC34FD6E}" dt="2026-03-25T03:31:54.830" v="3" actId="20577"/>
      <pc:docMkLst>
        <pc:docMk/>
      </pc:docMkLst>
      <pc:sldChg chg="modSp mod">
        <pc:chgData name="VIRAJ MARU" userId="87b6801bba7931fa" providerId="LiveId" clId="{D75069FA-8293-40BF-A5C4-A389CC34FD6E}" dt="2026-03-25T03:31:54.830" v="3" actId="20577"/>
        <pc:sldMkLst>
          <pc:docMk/>
          <pc:sldMk cId="0" sldId="263"/>
        </pc:sldMkLst>
        <pc:spChg chg="mod">
          <ac:chgData name="VIRAJ MARU" userId="87b6801bba7931fa" providerId="LiveId" clId="{D75069FA-8293-40BF-A5C4-A389CC34FD6E}" dt="2026-03-25T03:31:54.830" v="3" actId="20577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234" y="1073048"/>
            <a:ext cx="8229600" cy="1143000"/>
          </a:xfrm>
        </p:spPr>
        <p:txBody>
          <a:bodyPr>
            <a:noAutofit/>
          </a:bodyPr>
          <a:lstStyle/>
          <a:p>
            <a:r>
              <a:rPr dirty="0"/>
              <a:t>Eating (Dining) Philosopher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747486" y="4290456"/>
            <a:ext cx="3904484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Prepared By :-</a:t>
            </a:r>
          </a:p>
          <a:p>
            <a:pPr marL="342900" indent="-342900">
              <a:spcBef>
                <a:spcPct val="20000"/>
              </a:spcBef>
              <a:buFont typeface="Arial"/>
              <a:buChar char="•"/>
            </a:pPr>
            <a:r>
              <a:rPr lang="en-US" sz="2000" dirty="0"/>
              <a:t>Mayur Vaja 250160450061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Viraj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Maru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250160450052</a:t>
            </a:r>
          </a:p>
          <a:p>
            <a:pPr marL="342900" lvl="0" indent="-342900">
              <a:spcBef>
                <a:spcPct val="20000"/>
              </a:spcBef>
              <a:buFont typeface="Arial"/>
              <a:buChar char="•"/>
              <a:defRPr/>
            </a:pPr>
            <a:r>
              <a:rPr lang="en-US" sz="2000" dirty="0"/>
              <a:t>Nikunj Mevada 250160450062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1. Introduction</a:t>
            </a:r>
            <a:r>
              <a:rPr lang="en-IN" dirty="0"/>
              <a:t>:-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→ Eating Philosopher Problem is a synchronization problem in Operating System.</a:t>
            </a:r>
          </a:p>
          <a:p>
            <a:pPr>
              <a:buNone/>
            </a:pPr>
            <a:r>
              <a:rPr dirty="0"/>
              <a:t>→ It explains how multiple processes share limited resources.</a:t>
            </a:r>
          </a:p>
          <a:p>
            <a:pPr>
              <a:buNone/>
            </a:pPr>
            <a:r>
              <a:rPr dirty="0"/>
              <a:t>→ This problem helps to understand coordination between processes.</a:t>
            </a:r>
          </a:p>
          <a:p>
            <a:pPr>
              <a:buNone/>
            </a:pPr>
            <a:r>
              <a:rPr dirty="0"/>
              <a:t>→ It was introduced by Edsger Dijkstra.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Dining Philosophers Diagram:-</a:t>
            </a:r>
          </a:p>
        </p:txBody>
      </p:sp>
      <p:sp>
        <p:nvSpPr>
          <p:cNvPr id="12296" name="AutoShape 8" descr="Dining Philosophers Problem in OS - Naukri Code 36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298" name="AutoShape 10" descr="Dining Philosophers Problem in OS - Naukri Code 36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00" name="AutoShape 12" descr="Dining Philosophers Problem in OS - Naukri Code 36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2304" name="Picture 16" descr="Dining philosophers problem - Wikipedi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88238" y="1545126"/>
            <a:ext cx="3893909" cy="40386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2. Definition of the Problem</a:t>
            </a:r>
            <a:r>
              <a:rPr lang="en-IN" dirty="0"/>
              <a:t>:-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→ In this problem, philosophers need forks to eat food.</a:t>
            </a:r>
          </a:p>
          <a:p>
            <a:pPr>
              <a:buNone/>
            </a:pPr>
            <a:r>
              <a:rPr dirty="0"/>
              <a:t>→ But the number of forks is limited.</a:t>
            </a:r>
          </a:p>
          <a:p>
            <a:pPr>
              <a:buNone/>
            </a:pPr>
            <a:r>
              <a:rPr dirty="0"/>
              <a:t>→ Because of this, conflicts can occur between philosophers.</a:t>
            </a:r>
          </a:p>
          <a:p>
            <a:pPr>
              <a:buNone/>
            </a:pPr>
            <a:r>
              <a:rPr dirty="0"/>
              <a:t>→ So we need proper rules to manage resources.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3. Basic Concept</a:t>
            </a:r>
            <a:r>
              <a:rPr lang="en-IN" dirty="0"/>
              <a:t>:-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→ There are 5 philosophers sitting around a table.</a:t>
            </a:r>
          </a:p>
          <a:p>
            <a:pPr>
              <a:buNone/>
            </a:pPr>
            <a:r>
              <a:rPr dirty="0"/>
              <a:t>→ There are 5 forks placed between them.</a:t>
            </a:r>
          </a:p>
          <a:p>
            <a:pPr>
              <a:buNone/>
            </a:pPr>
            <a:r>
              <a:rPr dirty="0"/>
              <a:t>→ Each philosopher needs two forks to eat.</a:t>
            </a:r>
          </a:p>
          <a:p>
            <a:pPr>
              <a:buNone/>
            </a:pPr>
            <a:r>
              <a:rPr dirty="0"/>
              <a:t>→ If both forks are not available, the philosopher cannot 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4. States of Philosopher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→ Each philosopher has three main states.</a:t>
            </a:r>
          </a:p>
          <a:p>
            <a:pPr>
              <a:buNone/>
            </a:pPr>
            <a:r>
              <a:rPr dirty="0"/>
              <a:t>→ Thinking state: philosopher is not using any resource.</a:t>
            </a:r>
          </a:p>
          <a:p>
            <a:pPr>
              <a:buNone/>
            </a:pPr>
            <a:r>
              <a:rPr dirty="0"/>
              <a:t>→ Hungry state: philosopher is waiting for forks.</a:t>
            </a:r>
          </a:p>
          <a:p>
            <a:pPr>
              <a:buNone/>
            </a:pPr>
            <a:r>
              <a:rPr dirty="0"/>
              <a:t>→ Eating state: philosopher is using both forks.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5. 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→ Philosopher represents a process or thread.</a:t>
            </a:r>
          </a:p>
          <a:p>
            <a:pPr>
              <a:buNone/>
            </a:pPr>
            <a:r>
              <a:rPr dirty="0"/>
              <a:t>→ Fork represents a shared resource.</a:t>
            </a:r>
          </a:p>
          <a:p>
            <a:pPr>
              <a:buNone/>
            </a:pPr>
            <a:r>
              <a:rPr dirty="0"/>
              <a:t>→ Resources are limited and shared among philosophers.</a:t>
            </a:r>
          </a:p>
          <a:p>
            <a:pPr>
              <a:buNone/>
            </a:pPr>
            <a:r>
              <a:rPr dirty="0"/>
              <a:t>→ Proper synchronization is required to avoid problems.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6. Working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→ First, philosopher is in thinking state.</a:t>
            </a:r>
          </a:p>
          <a:p>
            <a:pPr>
              <a:buNone/>
            </a:pPr>
            <a:r>
              <a:rPr dirty="0"/>
              <a:t>→ Then he becomes hungry and tries to pick forks.</a:t>
            </a:r>
          </a:p>
          <a:p>
            <a:pPr>
              <a:buNone/>
            </a:pPr>
            <a:r>
              <a:rPr dirty="0"/>
              <a:t>→ If both forks are available, he starts eating.</a:t>
            </a:r>
          </a:p>
          <a:p>
            <a:pPr>
              <a:buNone/>
            </a:pPr>
            <a:r>
              <a:rPr dirty="0"/>
              <a:t>→ After eating, he releases both forks and goes back to </a:t>
            </a:r>
            <a:r>
              <a:t>thinking.</a:t>
            </a:r>
            <a:endParaRPr lang="en-US"/>
          </a:p>
          <a:p>
            <a:pPr>
              <a:buNone/>
            </a:pPr>
            <a:br>
              <a:rPr lang="en-US" dirty="0"/>
            </a:br>
            <a:r>
              <a:rPr lang="en-US" sz="2000" b="1" dirty="0"/>
              <a:t>Thinking → Hungry → Pick Forks → Eating → Release Forks → Thinking.</a:t>
            </a:r>
            <a:endParaRPr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7. Deadlock Problem</a:t>
            </a:r>
            <a:r>
              <a:rPr lang="en-IN" dirty="0"/>
              <a:t>:-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→ Deadlock occurs when all philosophers pick one fork at the same time.</a:t>
            </a:r>
          </a:p>
          <a:p>
            <a:pPr>
              <a:buNone/>
            </a:pPr>
            <a:r>
              <a:rPr dirty="0"/>
              <a:t>→ Then each philosopher waits for the second fork.</a:t>
            </a:r>
          </a:p>
          <a:p>
            <a:pPr>
              <a:buNone/>
            </a:pPr>
            <a:r>
              <a:rPr dirty="0"/>
              <a:t>→ No philosopher gets both forks.</a:t>
            </a:r>
          </a:p>
          <a:p>
            <a:pPr>
              <a:buNone/>
            </a:pPr>
            <a:r>
              <a:rPr dirty="0"/>
              <a:t>→ So no one can eat and the system gets stuck.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8. Starvation Problem</a:t>
            </a:r>
            <a:r>
              <a:rPr lang="en-IN" dirty="0"/>
              <a:t>:-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→ Starvation happens when a philosopher never gets a chance to eat.</a:t>
            </a:r>
          </a:p>
          <a:p>
            <a:pPr>
              <a:buNone/>
            </a:pPr>
            <a:r>
              <a:rPr dirty="0"/>
              <a:t>→ Other philosophers keep taking forks again and again.</a:t>
            </a:r>
          </a:p>
          <a:p>
            <a:pPr>
              <a:buNone/>
            </a:pPr>
            <a:r>
              <a:rPr dirty="0"/>
              <a:t>→ One philosopher keeps waiting for a long time.</a:t>
            </a:r>
          </a:p>
          <a:p>
            <a:pPr>
              <a:buNone/>
            </a:pPr>
            <a:r>
              <a:rPr dirty="0"/>
              <a:t>→ So he remains hungry forever.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9. Solution Techniques</a:t>
            </a:r>
            <a:r>
              <a:rPr lang="en-IN" dirty="0"/>
              <a:t>:-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→ Semaphore is used to control access to forks.</a:t>
            </a:r>
          </a:p>
          <a:p>
            <a:pPr>
              <a:buNone/>
            </a:pPr>
            <a:r>
              <a:rPr dirty="0"/>
              <a:t>→ Order of picking forks can be changed (odd/even method).</a:t>
            </a:r>
          </a:p>
          <a:p>
            <a:pPr>
              <a:buNone/>
            </a:pPr>
            <a:r>
              <a:rPr dirty="0"/>
              <a:t>→ Number of philosophers allowed can be limited.</a:t>
            </a:r>
          </a:p>
          <a:p>
            <a:pPr>
              <a:buNone/>
            </a:pPr>
            <a:r>
              <a:rPr dirty="0"/>
              <a:t>→ Monitor can also be used for safe resource handling.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10. Program Implementation</a:t>
            </a:r>
            <a:r>
              <a:rPr lang="en-IN" dirty="0"/>
              <a:t>:-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→ In the program, philosophers try to take forks.</a:t>
            </a:r>
          </a:p>
          <a:p>
            <a:pPr>
              <a:buNone/>
            </a:pPr>
            <a:r>
              <a:rPr dirty="0"/>
              <a:t>→ If forks are available, they eat.</a:t>
            </a:r>
          </a:p>
          <a:p>
            <a:pPr>
              <a:buNone/>
            </a:pPr>
            <a:r>
              <a:rPr dirty="0"/>
              <a:t>→ After eating, they release forks.</a:t>
            </a:r>
          </a:p>
          <a:p>
            <a:pPr>
              <a:buNone/>
            </a:pPr>
            <a:r>
              <a:rPr dirty="0"/>
              <a:t>→ This process repeats continuously to simulate real behavior.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951" y="195943"/>
            <a:ext cx="8733453" cy="641012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4400" dirty="0"/>
              <a:t>→</a:t>
            </a:r>
            <a:r>
              <a:rPr lang="en-IN" sz="4400" dirty="0"/>
              <a:t> Program:-</a:t>
            </a:r>
            <a:endParaRPr lang="en-US" sz="4400" dirty="0"/>
          </a:p>
          <a:p>
            <a:pPr>
              <a:buNone/>
            </a:pPr>
            <a:endParaRPr lang="en-US" sz="2100" dirty="0"/>
          </a:p>
          <a:p>
            <a:pPr>
              <a:buNone/>
            </a:pPr>
            <a:r>
              <a:rPr lang="en-US" sz="2300" dirty="0"/>
              <a:t>#include &lt;stdio.h&gt;</a:t>
            </a:r>
          </a:p>
          <a:p>
            <a:pPr>
              <a:buNone/>
            </a:pPr>
            <a:r>
              <a:rPr lang="en-US" sz="2300" dirty="0"/>
              <a:t>#define N 5</a:t>
            </a:r>
          </a:p>
          <a:p>
            <a:pPr>
              <a:buNone/>
            </a:pPr>
            <a:r>
              <a:rPr lang="en-US" sz="2300" dirty="0"/>
              <a:t>int fork[N] = {1,1,1,1,1};  // 1 = available, 0 = not available</a:t>
            </a:r>
          </a:p>
          <a:p>
            <a:pPr>
              <a:buNone/>
            </a:pPr>
            <a:r>
              <a:rPr lang="en-US" sz="2300" dirty="0"/>
              <a:t>void philosopher(int i)</a:t>
            </a:r>
          </a:p>
          <a:p>
            <a:pPr>
              <a:buNone/>
            </a:pPr>
            <a:r>
              <a:rPr lang="en-US" sz="2300" dirty="0"/>
              <a:t>{</a:t>
            </a:r>
            <a:br>
              <a:rPr lang="en-US" sz="2300" dirty="0"/>
            </a:br>
            <a:r>
              <a:rPr lang="en-US" sz="2300" dirty="0"/>
              <a:t>printf("\nPhilosopher %d is THINKING\n", i);</a:t>
            </a:r>
            <a:br>
              <a:rPr lang="en-US" sz="2300" dirty="0"/>
            </a:br>
            <a:r>
              <a:rPr lang="en-US" sz="2300" dirty="0"/>
              <a:t>printf("Philosopher %d is HUNGRY\n", i);</a:t>
            </a:r>
            <a:br>
              <a:rPr lang="en-US" sz="2300" dirty="0"/>
            </a:br>
            <a:br>
              <a:rPr lang="en-US" sz="2300" dirty="0"/>
            </a:br>
            <a:r>
              <a:rPr lang="en-US" sz="2300" dirty="0"/>
              <a:t>// check if both forks are available</a:t>
            </a:r>
            <a:br>
              <a:rPr lang="en-US" sz="2300" dirty="0"/>
            </a:br>
            <a:r>
              <a:rPr lang="en-US" sz="2300" dirty="0"/>
              <a:t>if(fork[i] == 1 &amp;&amp; fork[(i+1)%N] == 1)</a:t>
            </a:r>
          </a:p>
          <a:p>
            <a:pPr>
              <a:buNone/>
            </a:pPr>
            <a:r>
              <a:rPr lang="en-US" sz="2300" dirty="0"/>
              <a:t>	{</a:t>
            </a:r>
            <a:br>
              <a:rPr lang="en-US" sz="2300" dirty="0"/>
            </a:br>
            <a:r>
              <a:rPr lang="en-US" sz="2300" dirty="0"/>
              <a:t>		fork[i] = 0; // take left fork</a:t>
            </a:r>
            <a:br>
              <a:rPr lang="en-US" sz="2300" dirty="0"/>
            </a:br>
            <a:r>
              <a:rPr lang="en-US" sz="2300" dirty="0"/>
              <a:t>		fork[(i+1)%N] = 0; // take right fork</a:t>
            </a:r>
          </a:p>
          <a:p>
            <a:pPr>
              <a:buNone/>
            </a:pPr>
            <a:endParaRPr lang="en-US" sz="2300" dirty="0"/>
          </a:p>
          <a:p>
            <a:pPr>
              <a:buNone/>
            </a:pPr>
            <a:r>
              <a:rPr lang="en-IN" sz="2300" dirty="0"/>
              <a:t>			</a:t>
            </a:r>
            <a:r>
              <a:rPr lang="en-US" sz="2300" dirty="0"/>
              <a:t>printf("Philosopher %d takes forks\n", i);</a:t>
            </a:r>
            <a:br>
              <a:rPr lang="en-US" sz="2300" dirty="0"/>
            </a:br>
            <a:r>
              <a:rPr lang="en-US" sz="2300" dirty="0"/>
              <a:t>		printf("Philosopher %d is EATING\n", i);</a:t>
            </a:r>
          </a:p>
          <a:p>
            <a:pPr>
              <a:buNone/>
            </a:pPr>
            <a:r>
              <a:rPr lang="en-IN" sz="2300" dirty="0"/>
              <a:t>	</a:t>
            </a:r>
            <a:endParaRPr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951" y="195943"/>
            <a:ext cx="8733453" cy="641012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100" dirty="0"/>
              <a:t>	fork[i] = 1; // release left fork</a:t>
            </a:r>
            <a:br>
              <a:rPr lang="en-US" sz="2100" dirty="0"/>
            </a:br>
            <a:r>
              <a:rPr lang="en-US" sz="2100" dirty="0"/>
              <a:t>fork[(i+1)%N] = 1; // release right fork</a:t>
            </a:r>
          </a:p>
          <a:p>
            <a:pPr>
              <a:buNone/>
            </a:pPr>
            <a:br>
              <a:rPr lang="en-US" sz="2100" dirty="0"/>
            </a:br>
            <a:r>
              <a:rPr lang="en-US" sz="2100" dirty="0"/>
              <a:t>printf("Philosopher %d releases forks\n", i);</a:t>
            </a:r>
            <a:br>
              <a:rPr lang="en-US" sz="2100" dirty="0"/>
            </a:br>
            <a:r>
              <a:rPr lang="en-US" sz="2100" dirty="0"/>
              <a:t>}</a:t>
            </a:r>
            <a:br>
              <a:rPr lang="en-US" sz="2100" dirty="0"/>
            </a:br>
            <a:r>
              <a:rPr lang="en-US" sz="2100" dirty="0"/>
              <a:t>else </a:t>
            </a:r>
          </a:p>
          <a:p>
            <a:pPr>
              <a:buNone/>
            </a:pPr>
            <a:r>
              <a:rPr lang="en-US" sz="2100" dirty="0"/>
              <a:t>	{</a:t>
            </a:r>
            <a:br>
              <a:rPr lang="en-US" sz="2100" dirty="0"/>
            </a:br>
            <a:r>
              <a:rPr lang="en-US" sz="2100" dirty="0"/>
              <a:t>		printf("Philosopher %d is WAITING (fork not available)\n", i);</a:t>
            </a:r>
            <a:br>
              <a:rPr lang="en-US" sz="2100" dirty="0"/>
            </a:br>
            <a:r>
              <a:rPr lang="en-US" sz="2100" dirty="0"/>
              <a:t>}</a:t>
            </a:r>
            <a:br>
              <a:rPr lang="en-US" sz="2100" dirty="0"/>
            </a:br>
            <a:r>
              <a:rPr lang="en-US" sz="2100" dirty="0"/>
              <a:t>}</a:t>
            </a:r>
          </a:p>
          <a:p>
            <a:pPr>
              <a:buNone/>
            </a:pPr>
            <a:r>
              <a:rPr lang="en-US" sz="2100" dirty="0"/>
              <a:t>int main()</a:t>
            </a:r>
          </a:p>
          <a:p>
            <a:pPr>
              <a:buNone/>
            </a:pPr>
            <a:r>
              <a:rPr lang="en-US" sz="2100" dirty="0"/>
              <a:t>{</a:t>
            </a:r>
            <a:br>
              <a:rPr lang="en-US" sz="2100" dirty="0"/>
            </a:br>
            <a:r>
              <a:rPr lang="en-US" sz="2100" dirty="0"/>
              <a:t>int i;</a:t>
            </a:r>
            <a:br>
              <a:rPr lang="en-US" sz="2100" dirty="0"/>
            </a:br>
            <a:r>
              <a:rPr lang="en-US" sz="2100" dirty="0"/>
              <a:t>for(i = 0; i &lt; N; i++) {</a:t>
            </a:r>
            <a:br>
              <a:rPr lang="en-US" sz="2100" dirty="0"/>
            </a:br>
            <a:r>
              <a:rPr lang="en-US" sz="2100" dirty="0"/>
              <a:t>philosopher(i);</a:t>
            </a:r>
            <a:br>
              <a:rPr lang="en-US" sz="2100" dirty="0"/>
            </a:br>
            <a:r>
              <a:rPr lang="en-US" sz="2100" dirty="0"/>
              <a:t>}</a:t>
            </a:r>
            <a:br>
              <a:rPr lang="en-US" sz="2100" dirty="0"/>
            </a:br>
            <a:r>
              <a:rPr lang="en-US" sz="2100" dirty="0"/>
              <a:t>return 0;</a:t>
            </a:r>
            <a:br>
              <a:rPr lang="en-US" sz="2100" dirty="0"/>
            </a:br>
            <a:r>
              <a:rPr lang="en-US" sz="2100" dirty="0"/>
              <a:t>}</a:t>
            </a:r>
            <a:endParaRPr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11. Real-Life Example</a:t>
            </a:r>
            <a:r>
              <a:rPr lang="en-IN" dirty="0"/>
              <a:t>:-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→ Imagine 5 friends sitting with 5 spoons.</a:t>
            </a:r>
          </a:p>
          <a:p>
            <a:pPr>
              <a:buNone/>
            </a:pPr>
            <a:r>
              <a:rPr dirty="0"/>
              <a:t>→ Each person needs 2 spoons to eat food.</a:t>
            </a:r>
          </a:p>
          <a:p>
            <a:pPr>
              <a:buNone/>
            </a:pPr>
            <a:r>
              <a:rPr dirty="0"/>
              <a:t>→ If everyone takes one spoon, no one can eat.</a:t>
            </a:r>
          </a:p>
          <a:p>
            <a:pPr>
              <a:buNone/>
            </a:pPr>
            <a:r>
              <a:rPr dirty="0"/>
              <a:t>→ This situation is similar to deadlock.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12. Conclusion</a:t>
            </a:r>
            <a:r>
              <a:rPr lang="en-IN" dirty="0"/>
              <a:t>:-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→ This problem helps to understand synchronization in Operating System.</a:t>
            </a:r>
          </a:p>
          <a:p>
            <a:pPr>
              <a:buNone/>
            </a:pPr>
            <a:r>
              <a:rPr dirty="0"/>
              <a:t>→ It explains deadlock and starvation clearly.</a:t>
            </a:r>
          </a:p>
          <a:p>
            <a:pPr>
              <a:buNone/>
            </a:pPr>
            <a:r>
              <a:rPr dirty="0"/>
              <a:t>→ It shows the importance of proper resource management.</a:t>
            </a:r>
          </a:p>
          <a:p>
            <a:pPr>
              <a:buNone/>
            </a:pPr>
            <a:r>
              <a:rPr dirty="0"/>
              <a:t>→ It is one of the most important concepts in 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587" y="2654604"/>
            <a:ext cx="8229600" cy="138559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IN" sz="7200"/>
              <a:t>Thank </a:t>
            </a:r>
            <a:r>
              <a:rPr lang="en-IN" sz="7200" dirty="0"/>
              <a:t>You</a:t>
            </a:r>
            <a:endParaRPr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848</Words>
  <Application>Microsoft Office PowerPoint</Application>
  <PresentationFormat>On-screen Show (4:3)</PresentationFormat>
  <Paragraphs>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Eating (Dining) Philosopher</vt:lpstr>
      <vt:lpstr>1. Introduction:-</vt:lpstr>
      <vt:lpstr>Dining Philosophers Diagram:-</vt:lpstr>
      <vt:lpstr>2. Definition of the Problem:-</vt:lpstr>
      <vt:lpstr>3. Basic Concept:-</vt:lpstr>
      <vt:lpstr>4. States of Philosopher</vt:lpstr>
      <vt:lpstr>5. Key Components</vt:lpstr>
      <vt:lpstr>6. Working of the System</vt:lpstr>
      <vt:lpstr>7. Deadlock Problem:-</vt:lpstr>
      <vt:lpstr>8. Starvation Problem:-</vt:lpstr>
      <vt:lpstr>9. Solution Techniques:-</vt:lpstr>
      <vt:lpstr>10. Program Implementation:-</vt:lpstr>
      <vt:lpstr>PowerPoint Presentation</vt:lpstr>
      <vt:lpstr>PowerPoint Presentation</vt:lpstr>
      <vt:lpstr>11. Real-Life Example:-</vt:lpstr>
      <vt:lpstr>12. Conclusion:-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Eating (Dining) Philosopher – Presentation Points</dc:title>
  <dc:subject/>
  <dc:creator/>
  <cp:keywords/>
  <dc:description>generated using python-pptx</dc:description>
  <cp:lastModifiedBy>VIRAJ MARU</cp:lastModifiedBy>
  <cp:revision>61</cp:revision>
  <dcterms:created xsi:type="dcterms:W3CDTF">2013-01-27T09:14:16Z</dcterms:created>
  <dcterms:modified xsi:type="dcterms:W3CDTF">2026-03-27T12:02:43Z</dcterms:modified>
  <cp:category/>
</cp:coreProperties>
</file>