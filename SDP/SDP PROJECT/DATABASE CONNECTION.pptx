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B5991-A513-4618-A4A7-744472F6A359}" v="8" dt="2026-04-06T03:07:11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26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832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323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06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92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189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89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16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75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14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57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799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638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364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659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950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98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53D7C-9339-4854-8279-C0CC5236C68F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CA45D-44B0-4D71-9BA4-CF3825F2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967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032A-72F2-62CD-7F25-D326C22872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CONNECTION </a:t>
            </a:r>
            <a:br>
              <a:rPr lang="en-US" dirty="0"/>
            </a:br>
            <a:r>
              <a:rPr lang="en-US" dirty="0"/>
              <a:t>FRAMWORK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C0C6D-200C-975D-1C84-6A84D8243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2870200"/>
            <a:ext cx="9001462" cy="3540432"/>
          </a:xfrm>
        </p:spPr>
        <p:txBody>
          <a:bodyPr>
            <a:normAutofit fontScale="70000" lnSpcReduction="20000"/>
          </a:bodyPr>
          <a:lstStyle/>
          <a:p>
            <a:r>
              <a:rPr lang="en-US" sz="4000" dirty="0"/>
              <a:t>DEPARTMENT OF COMPUTER SCIENCE</a:t>
            </a:r>
          </a:p>
          <a:p>
            <a:br>
              <a:rPr lang="en-US" sz="4000" dirty="0"/>
            </a:br>
            <a:r>
              <a:rPr lang="en-US" sz="4000" dirty="0"/>
              <a:t>GUIDED BY :DR.AJAYSIR PARIKH</a:t>
            </a:r>
          </a:p>
          <a:p>
            <a:br>
              <a:rPr lang="en-US" sz="4000" dirty="0"/>
            </a:br>
            <a:r>
              <a:rPr lang="en-US" sz="4000" dirty="0"/>
              <a:t>PREPARED BY :HARSH MAKWANA(250160450018)</a:t>
            </a:r>
          </a:p>
          <a:p>
            <a:r>
              <a:rPr lang="en-US" sz="4000" dirty="0"/>
              <a:t>                  VIRAJ MARU(250160450052)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427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D89A-AAB1-A6F0-B249-A71A746A6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85135"/>
            <a:ext cx="10353762" cy="5506065"/>
          </a:xfrm>
        </p:spPr>
        <p:txBody>
          <a:bodyPr/>
          <a:lstStyle/>
          <a:p>
            <a:r>
              <a:rPr lang="en-US" sz="4000" b="1" dirty="0"/>
              <a:t>introduction</a:t>
            </a:r>
          </a:p>
          <a:p>
            <a:r>
              <a:rPr lang="en-US" sz="2800" dirty="0"/>
              <a:t>A database connection framework is a reusable structure that simplifies database connectivity in software applications. </a:t>
            </a:r>
          </a:p>
          <a:p>
            <a:r>
              <a:rPr lang="en-US" sz="2800" dirty="0"/>
              <a:t>It helps developers connect applications with different databases using a common approach. </a:t>
            </a:r>
          </a:p>
          <a:p>
            <a:r>
              <a:rPr lang="en-US" sz="2800" dirty="0"/>
              <a:t>The framework reduces repeated coding and improves maintainability. </a:t>
            </a:r>
          </a:p>
        </p:txBody>
      </p:sp>
    </p:spTree>
    <p:extLst>
      <p:ext uri="{BB962C8B-B14F-4D97-AF65-F5344CB8AC3E}">
        <p14:creationId xmlns:p14="http://schemas.microsoft.com/office/powerpoint/2010/main" val="219920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8C4B-232A-41B2-8F38-F4F4B2A2A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04799"/>
            <a:ext cx="10353762" cy="5899355"/>
          </a:xfrm>
        </p:spPr>
        <p:txBody>
          <a:bodyPr/>
          <a:lstStyle/>
          <a:p>
            <a:r>
              <a:rPr lang="en-US" sz="2800" b="1" dirty="0"/>
              <a:t>Problem Statement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dirty="0"/>
              <a:t>Database connection code is written separately in multiple classes. </a:t>
            </a:r>
          </a:p>
          <a:p>
            <a:r>
              <a:rPr lang="en-US" dirty="0"/>
              <a:t>This creates code duplication. </a:t>
            </a:r>
          </a:p>
          <a:p>
            <a:r>
              <a:rPr lang="en-US" dirty="0"/>
              <a:t>If the database changes (for example, MySQL to PostgreSQL), developers must update code in many places. </a:t>
            </a:r>
          </a:p>
          <a:p>
            <a:r>
              <a:rPr lang="en-US" dirty="0"/>
              <a:t>Multiple unnecessary connection objects are created, which increases memory usage. </a:t>
            </a:r>
          </a:p>
          <a:p>
            <a:r>
              <a:rPr lang="en-US" dirty="0"/>
              <a:t>Managing database connections becomes difficult in large applications.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51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6CE44-D42B-9BFB-0E9F-E7E05D327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44129"/>
            <a:ext cx="10353762" cy="5447071"/>
          </a:xfrm>
        </p:spPr>
        <p:txBody>
          <a:bodyPr/>
          <a:lstStyle/>
          <a:p>
            <a:r>
              <a:rPr lang="en-IN" sz="2800" b="1" dirty="0"/>
              <a:t>Proposed Solution</a:t>
            </a:r>
          </a:p>
          <a:p>
            <a:pPr marL="0" indent="0">
              <a:buNone/>
            </a:pPr>
            <a:endParaRPr lang="en-IN" sz="2800" b="1" dirty="0"/>
          </a:p>
          <a:p>
            <a:r>
              <a:rPr lang="en-IN" sz="2400" dirty="0"/>
              <a:t>To solve these problems, a </a:t>
            </a:r>
            <a:r>
              <a:rPr lang="en-IN" sz="2400" b="1" dirty="0"/>
              <a:t>Database Connection Framework</a:t>
            </a:r>
            <a:r>
              <a:rPr lang="en-IN" sz="2400" dirty="0"/>
              <a:t> is created using design patterns.</a:t>
            </a:r>
          </a:p>
          <a:p>
            <a:r>
              <a:rPr lang="en-IN" sz="2400" dirty="0"/>
              <a:t>This framework:</a:t>
            </a:r>
          </a:p>
          <a:p>
            <a:r>
              <a:rPr lang="en-IN" sz="2400" dirty="0"/>
              <a:t>Centralizes database connection logic </a:t>
            </a:r>
          </a:p>
          <a:p>
            <a:r>
              <a:rPr lang="en-IN" sz="2400" dirty="0"/>
              <a:t>Supports multiple databases </a:t>
            </a:r>
          </a:p>
          <a:p>
            <a:r>
              <a:rPr lang="en-IN" sz="2400" dirty="0"/>
              <a:t>Avoids duplicate code </a:t>
            </a:r>
          </a:p>
          <a:p>
            <a:r>
              <a:rPr lang="en-IN" sz="2400" dirty="0"/>
              <a:t>Improves performance and maintenance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86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A8CC3-7D40-64AF-EC26-1F418A2F9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85135"/>
            <a:ext cx="10353762" cy="5506065"/>
          </a:xfrm>
        </p:spPr>
        <p:txBody>
          <a:bodyPr/>
          <a:lstStyle/>
          <a:p>
            <a:r>
              <a:rPr lang="en-US" sz="2800" b="1" dirty="0"/>
              <a:t>Objectives of the Project</a:t>
            </a:r>
          </a:p>
          <a:p>
            <a:pPr marL="0" indent="0">
              <a:buNone/>
            </a:pPr>
            <a:endParaRPr lang="en-US" sz="2800" b="1" dirty="0"/>
          </a:p>
          <a:p>
            <a:r>
              <a:rPr lang="en-US" sz="2400" dirty="0"/>
              <a:t>To create a reusable database connection system </a:t>
            </a:r>
          </a:p>
          <a:p>
            <a:r>
              <a:rPr lang="en-US" sz="2400" dirty="0"/>
              <a:t>To support different database types </a:t>
            </a:r>
          </a:p>
          <a:p>
            <a:r>
              <a:rPr lang="en-US" sz="2400" dirty="0"/>
              <a:t>To reduce code duplication </a:t>
            </a:r>
          </a:p>
          <a:p>
            <a:r>
              <a:rPr lang="en-US" sz="2400" dirty="0"/>
              <a:t>To improve memory efficiency </a:t>
            </a:r>
          </a:p>
          <a:p>
            <a:r>
              <a:rPr lang="en-US" sz="2400" dirty="0"/>
              <a:t>To make future database changes easy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76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0EBAA-0D51-EFC1-F53D-40B98BCF8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65472"/>
            <a:ext cx="10353762" cy="6459794"/>
          </a:xfrm>
        </p:spPr>
        <p:txBody>
          <a:bodyPr>
            <a:normAutofit fontScale="85000" lnSpcReduction="20000"/>
          </a:bodyPr>
          <a:lstStyle/>
          <a:p>
            <a:r>
              <a:rPr lang="en-US" sz="2600" b="1" dirty="0"/>
              <a:t>Design Patterns Used</a:t>
            </a:r>
          </a:p>
          <a:p>
            <a:r>
              <a:rPr lang="en-US" b="1" dirty="0"/>
              <a:t>Factory Design Pattern</a:t>
            </a:r>
          </a:p>
          <a:p>
            <a:r>
              <a:rPr lang="en-US" dirty="0"/>
              <a:t>Factory Pattern is used to create database connection objects without exposing object creation logic to the client.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Why Factory Pattern?</a:t>
            </a:r>
          </a:p>
          <a:p>
            <a:r>
              <a:rPr lang="en-US" dirty="0"/>
              <a:t>Object creation is centralized </a:t>
            </a:r>
          </a:p>
          <a:p>
            <a:r>
              <a:rPr lang="en-US" dirty="0"/>
              <a:t>Client does not directly create objects </a:t>
            </a:r>
          </a:p>
          <a:p>
            <a:r>
              <a:rPr lang="en-US" dirty="0"/>
              <a:t>Easy to add new database types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Singleton Design Pattern</a:t>
            </a:r>
          </a:p>
          <a:p>
            <a:r>
              <a:rPr lang="en-US" dirty="0"/>
              <a:t>Singleton Pattern ensures only one object of each database connection class is created.</a:t>
            </a:r>
          </a:p>
          <a:p>
            <a:r>
              <a:rPr lang="en-US" b="1" dirty="0"/>
              <a:t>Why Singleton Pattern?</a:t>
            </a:r>
          </a:p>
          <a:p>
            <a:r>
              <a:rPr lang="en-US" dirty="0"/>
              <a:t>Only one instance is used </a:t>
            </a:r>
          </a:p>
          <a:p>
            <a:r>
              <a:rPr lang="en-US" dirty="0"/>
              <a:t>Saves memory </a:t>
            </a:r>
          </a:p>
          <a:p>
            <a:r>
              <a:rPr lang="en-US" dirty="0"/>
              <a:t>Improves performance</a:t>
            </a:r>
          </a:p>
        </p:txBody>
      </p:sp>
    </p:spTree>
    <p:extLst>
      <p:ext uri="{BB962C8B-B14F-4D97-AF65-F5344CB8AC3E}">
        <p14:creationId xmlns:p14="http://schemas.microsoft.com/office/powerpoint/2010/main" val="415253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F1D76-A11D-0CA7-5FE7-74DC98E42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24465"/>
            <a:ext cx="10353762" cy="594851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Project Structure</a:t>
            </a:r>
          </a:p>
          <a:p>
            <a:r>
              <a:rPr lang="en-US" b="1" dirty="0"/>
              <a:t>Interface</a:t>
            </a:r>
          </a:p>
          <a:p>
            <a:r>
              <a:rPr lang="en-US" dirty="0"/>
              <a:t>DatabaseConnection</a:t>
            </a:r>
          </a:p>
          <a:p>
            <a:r>
              <a:rPr lang="en-US" dirty="0"/>
              <a:t>Defines common methods such as:</a:t>
            </a:r>
          </a:p>
          <a:p>
            <a:r>
              <a:rPr lang="en-US" dirty="0"/>
              <a:t>connect() </a:t>
            </a:r>
          </a:p>
          <a:p>
            <a:r>
              <a:rPr lang="en-US" dirty="0"/>
              <a:t>disconnect()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Factory Class</a:t>
            </a:r>
          </a:p>
          <a:p>
            <a:r>
              <a:rPr lang="en-US" dirty="0" err="1"/>
              <a:t>DatabaseFactory</a:t>
            </a:r>
            <a:endParaRPr lang="en-US" dirty="0"/>
          </a:p>
          <a:p>
            <a:r>
              <a:rPr lang="en-US" dirty="0"/>
              <a:t>Responsible for creating database objects based on user input.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Concrete Classes</a:t>
            </a:r>
          </a:p>
          <a:p>
            <a:r>
              <a:rPr lang="en-US" dirty="0" err="1"/>
              <a:t>MySQLConnection</a:t>
            </a:r>
            <a:r>
              <a:rPr lang="en-US" dirty="0"/>
              <a:t> </a:t>
            </a:r>
          </a:p>
          <a:p>
            <a:r>
              <a:rPr lang="en-US" dirty="0" err="1"/>
              <a:t>PostgreSQLConnection</a:t>
            </a:r>
            <a:r>
              <a:rPr lang="en-US" dirty="0"/>
              <a:t> </a:t>
            </a:r>
          </a:p>
          <a:p>
            <a:r>
              <a:rPr lang="en-US" dirty="0" err="1"/>
              <a:t>OracleConnection</a:t>
            </a:r>
            <a:r>
              <a:rPr lang="en-US" dirty="0"/>
              <a:t> </a:t>
            </a:r>
          </a:p>
          <a:p>
            <a:r>
              <a:rPr lang="en-US" dirty="0"/>
              <a:t>These classes implement the interface.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864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A50C5-A42F-9D1E-5363-65687CE6D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63794"/>
            <a:ext cx="10353762" cy="5427406"/>
          </a:xfrm>
        </p:spPr>
        <p:txBody>
          <a:bodyPr/>
          <a:lstStyle/>
          <a:p>
            <a:r>
              <a:rPr lang="en-US" b="1" u="sng" dirty="0"/>
              <a:t>Advantages of Framework</a:t>
            </a:r>
          </a:p>
          <a:p>
            <a:r>
              <a:rPr lang="en-US" sz="3200" dirty="0"/>
              <a:t>Reusable code </a:t>
            </a:r>
          </a:p>
          <a:p>
            <a:r>
              <a:rPr lang="en-US" sz="3200" dirty="0"/>
              <a:t>Easy maintenance </a:t>
            </a:r>
          </a:p>
          <a:p>
            <a:r>
              <a:rPr lang="en-US" sz="3200" dirty="0"/>
              <a:t>Supports multiple databases </a:t>
            </a:r>
          </a:p>
          <a:p>
            <a:r>
              <a:rPr lang="en-US" sz="3200" dirty="0"/>
              <a:t>Easy database switching </a:t>
            </a:r>
          </a:p>
          <a:p>
            <a:r>
              <a:rPr lang="en-US" sz="3200" dirty="0"/>
              <a:t>Better memory management </a:t>
            </a:r>
          </a:p>
          <a:p>
            <a:r>
              <a:rPr lang="en-US" sz="3200" dirty="0"/>
              <a:t>Clean architecture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03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E6465-AACC-15A1-62F9-B1FBB4F4C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442452"/>
            <a:ext cx="10353762" cy="5348748"/>
          </a:xfrm>
        </p:spPr>
        <p:txBody>
          <a:bodyPr/>
          <a:lstStyle/>
          <a:p>
            <a:r>
              <a:rPr lang="en-US" b="1" dirty="0"/>
              <a:t>Disadvantages</a:t>
            </a:r>
          </a:p>
          <a:p>
            <a:r>
              <a:rPr lang="en-US" sz="2800" dirty="0"/>
              <a:t>Initial design takes time </a:t>
            </a:r>
          </a:p>
          <a:p>
            <a:r>
              <a:rPr lang="en-US" sz="2800" dirty="0"/>
              <a:t>Slightly complex for small projects </a:t>
            </a:r>
          </a:p>
          <a:p>
            <a:r>
              <a:rPr lang="en-US" sz="2800" dirty="0"/>
              <a:t>More classes are required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5752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07C2F-80F4-47DF-481D-D43B08F1F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540774"/>
            <a:ext cx="10353762" cy="5250426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4000" dirty="0">
                <a:solidFill>
                  <a:schemeClr val="tx1">
                    <a:lumMod val="85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4000" dirty="0">
              <a:solidFill>
                <a:schemeClr val="tx1">
                  <a:lumMod val="8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0560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DATABASE CONNECTION</Template>
  <TotalTime>115</TotalTime>
  <Words>342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Bookman Old Style</vt:lpstr>
      <vt:lpstr>Rockwell</vt:lpstr>
      <vt:lpstr>Damask</vt:lpstr>
      <vt:lpstr>DATABASE CONNECTION  FRAMWORK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VIRAJ MARU</dc:creator>
  <cp:lastModifiedBy>VIRAJ MARU</cp:lastModifiedBy>
  <cp:revision>81</cp:revision>
  <dcterms:created xsi:type="dcterms:W3CDTF">2026-04-06T03:46:18Z</dcterms:created>
  <dcterms:modified xsi:type="dcterms:W3CDTF">2026-04-08T02:38:30Z</dcterms:modified>
</cp:coreProperties>
</file>