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1" r:id="rId1"/>
  </p:sldMasterIdLst>
  <p:notesMasterIdLst>
    <p:notesMasterId r:id="rId16"/>
  </p:notesMasterIdLst>
  <p:sldIdLst>
    <p:sldId id="256" r:id="rId2"/>
    <p:sldId id="257" r:id="rId3"/>
    <p:sldId id="287" r:id="rId4"/>
    <p:sldId id="278" r:id="rId5"/>
    <p:sldId id="279" r:id="rId6"/>
    <p:sldId id="292" r:id="rId7"/>
    <p:sldId id="280" r:id="rId8"/>
    <p:sldId id="283" r:id="rId9"/>
    <p:sldId id="272" r:id="rId10"/>
    <p:sldId id="273" r:id="rId11"/>
    <p:sldId id="288" r:id="rId12"/>
    <p:sldId id="291" r:id="rId13"/>
    <p:sldId id="286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7D25B3-EB78-4E9B-8CAA-50BEB27534BB}" v="99" dt="2026-04-04T04:58:03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AJ MARU" userId="87b6801bba7931fa" providerId="LiveId" clId="{D75069FA-8293-40BF-A5C4-A389CC34FD6E}"/>
    <pc:docChg chg="undo custSel addSld delSld modSld sldOrd">
      <pc:chgData name="VIRAJ MARU" userId="87b6801bba7931fa" providerId="LiveId" clId="{D75069FA-8293-40BF-A5C4-A389CC34FD6E}" dt="2026-04-04T14:43:40.256" v="1806" actId="14100"/>
      <pc:docMkLst>
        <pc:docMk/>
      </pc:docMkLst>
      <pc:sldChg chg="modSp mod">
        <pc:chgData name="VIRAJ MARU" userId="87b6801bba7931fa" providerId="LiveId" clId="{D75069FA-8293-40BF-A5C4-A389CC34FD6E}" dt="2026-03-27T18:48:15.798" v="791" actId="207"/>
        <pc:sldMkLst>
          <pc:docMk/>
          <pc:sldMk cId="179545109" sldId="256"/>
        </pc:sldMkLst>
        <pc:spChg chg="mod">
          <ac:chgData name="VIRAJ MARU" userId="87b6801bba7931fa" providerId="LiveId" clId="{D75069FA-8293-40BF-A5C4-A389CC34FD6E}" dt="2026-03-27T18:48:15.798" v="791" actId="207"/>
          <ac:spMkLst>
            <pc:docMk/>
            <pc:sldMk cId="179545109" sldId="256"/>
            <ac:spMk id="3" creationId="{60E1E2CB-C4DE-038E-F287-184C7776C10D}"/>
          </ac:spMkLst>
        </pc:spChg>
      </pc:sldChg>
      <pc:sldChg chg="addSp delSp modSp mod">
        <pc:chgData name="VIRAJ MARU" userId="87b6801bba7931fa" providerId="LiveId" clId="{D75069FA-8293-40BF-A5C4-A389CC34FD6E}" dt="2026-04-04T03:18:57.930" v="1470" actId="11"/>
        <pc:sldMkLst>
          <pc:docMk/>
          <pc:sldMk cId="3020806721" sldId="257"/>
        </pc:sldMkLst>
        <pc:spChg chg="del mod">
          <ac:chgData name="VIRAJ MARU" userId="87b6801bba7931fa" providerId="LiveId" clId="{D75069FA-8293-40BF-A5C4-A389CC34FD6E}" dt="2026-04-04T03:14:10.850" v="1432"/>
          <ac:spMkLst>
            <pc:docMk/>
            <pc:sldMk cId="3020806721" sldId="257"/>
            <ac:spMk id="3" creationId="{7E63BD07-8D0B-7F49-7B19-05BE1BFC7810}"/>
          </ac:spMkLst>
        </pc:spChg>
        <pc:spChg chg="add">
          <ac:chgData name="VIRAJ MARU" userId="87b6801bba7931fa" providerId="LiveId" clId="{D75069FA-8293-40BF-A5C4-A389CC34FD6E}" dt="2026-04-04T03:14:03.884" v="1429"/>
          <ac:spMkLst>
            <pc:docMk/>
            <pc:sldMk cId="3020806721" sldId="257"/>
            <ac:spMk id="4" creationId="{C193019A-C749-325A-1E98-D4F27C183168}"/>
          </ac:spMkLst>
        </pc:spChg>
        <pc:spChg chg="add">
          <ac:chgData name="VIRAJ MARU" userId="87b6801bba7931fa" providerId="LiveId" clId="{D75069FA-8293-40BF-A5C4-A389CC34FD6E}" dt="2026-04-04T03:14:06.560" v="1430"/>
          <ac:spMkLst>
            <pc:docMk/>
            <pc:sldMk cId="3020806721" sldId="257"/>
            <ac:spMk id="5" creationId="{F68BE286-8F97-1A0A-C322-6BC6492C38D1}"/>
          </ac:spMkLst>
        </pc:spChg>
        <pc:spChg chg="add mod">
          <ac:chgData name="VIRAJ MARU" userId="87b6801bba7931fa" providerId="LiveId" clId="{D75069FA-8293-40BF-A5C4-A389CC34FD6E}" dt="2026-04-04T03:18:57.930" v="1470" actId="11"/>
          <ac:spMkLst>
            <pc:docMk/>
            <pc:sldMk cId="3020806721" sldId="257"/>
            <ac:spMk id="6" creationId="{3B599467-4D41-D5EC-6591-551B7D8AD4B5}"/>
          </ac:spMkLst>
        </pc:spChg>
      </pc:sldChg>
      <pc:sldChg chg="addSp delSp modSp new add del mod">
        <pc:chgData name="VIRAJ MARU" userId="87b6801bba7931fa" providerId="LiveId" clId="{D75069FA-8293-40BF-A5C4-A389CC34FD6E}" dt="2026-04-01T17:48:05.247" v="949" actId="47"/>
        <pc:sldMkLst>
          <pc:docMk/>
          <pc:sldMk cId="3008501111" sldId="272"/>
        </pc:sldMkLst>
        <pc:spChg chg="mod">
          <ac:chgData name="VIRAJ MARU" userId="87b6801bba7931fa" providerId="LiveId" clId="{D75069FA-8293-40BF-A5C4-A389CC34FD6E}" dt="2026-03-27T18:21:59.609" v="231" actId="20577"/>
          <ac:spMkLst>
            <pc:docMk/>
            <pc:sldMk cId="3008501111" sldId="272"/>
            <ac:spMk id="2" creationId="{187A3494-F6AD-F947-4D49-9D5B95E585C1}"/>
          </ac:spMkLst>
        </pc:spChg>
        <pc:spChg chg="mod">
          <ac:chgData name="VIRAJ MARU" userId="87b6801bba7931fa" providerId="LiveId" clId="{D75069FA-8293-40BF-A5C4-A389CC34FD6E}" dt="2026-03-27T18:20:13.872" v="179" actId="20577"/>
          <ac:spMkLst>
            <pc:docMk/>
            <pc:sldMk cId="3008501111" sldId="272"/>
            <ac:spMk id="3" creationId="{A30D2BFF-71A4-8621-FB47-2FF9F00097AE}"/>
          </ac:spMkLst>
        </pc:spChg>
        <pc:spChg chg="add mod">
          <ac:chgData name="VIRAJ MARU" userId="87b6801bba7931fa" providerId="LiveId" clId="{D75069FA-8293-40BF-A5C4-A389CC34FD6E}" dt="2026-03-27T18:19:26.361" v="158"/>
          <ac:spMkLst>
            <pc:docMk/>
            <pc:sldMk cId="3008501111" sldId="272"/>
            <ac:spMk id="11" creationId="{71EA3B41-71B0-B36A-D289-C128E85DAE17}"/>
          </ac:spMkLst>
        </pc:spChg>
        <pc:spChg chg="add mod">
          <ac:chgData name="VIRAJ MARU" userId="87b6801bba7931fa" providerId="LiveId" clId="{D75069FA-8293-40BF-A5C4-A389CC34FD6E}" dt="2026-03-27T18:19:26.361" v="158"/>
          <ac:spMkLst>
            <pc:docMk/>
            <pc:sldMk cId="3008501111" sldId="272"/>
            <ac:spMk id="12" creationId="{832BB6DB-2E27-82AB-EE91-B19FAE58AAD0}"/>
          </ac:spMkLst>
        </pc:spChg>
        <pc:spChg chg="mod">
          <ac:chgData name="VIRAJ MARU" userId="87b6801bba7931fa" providerId="LiveId" clId="{D75069FA-8293-40BF-A5C4-A389CC34FD6E}" dt="2026-03-27T18:24:14.064" v="358" actId="20577"/>
          <ac:spMkLst>
            <pc:docMk/>
            <pc:sldMk cId="3008501111" sldId="272"/>
            <ac:spMk id="13" creationId="{C4EA81DD-A673-A7DD-1236-101E28EEC658}"/>
          </ac:spMkLst>
        </pc:spChg>
        <pc:spChg chg="add mod">
          <ac:chgData name="VIRAJ MARU" userId="87b6801bba7931fa" providerId="LiveId" clId="{D75069FA-8293-40BF-A5C4-A389CC34FD6E}" dt="2026-03-27T18:19:52.753" v="166" actId="1076"/>
          <ac:spMkLst>
            <pc:docMk/>
            <pc:sldMk cId="3008501111" sldId="272"/>
            <ac:spMk id="14" creationId="{086A285C-0B44-0619-5ACF-D823553C897A}"/>
          </ac:spMkLst>
        </pc:spChg>
        <pc:spChg chg="add del mod">
          <ac:chgData name="VIRAJ MARU" userId="87b6801bba7931fa" providerId="LiveId" clId="{D75069FA-8293-40BF-A5C4-A389CC34FD6E}" dt="2026-03-27T18:23:46.977" v="346" actId="478"/>
          <ac:spMkLst>
            <pc:docMk/>
            <pc:sldMk cId="3008501111" sldId="272"/>
            <ac:spMk id="21" creationId="{944294A5-2115-E411-F987-A8E093CF939A}"/>
          </ac:spMkLst>
        </pc:spChg>
        <pc:spChg chg="add mod">
          <ac:chgData name="VIRAJ MARU" userId="87b6801bba7931fa" providerId="LiveId" clId="{D75069FA-8293-40BF-A5C4-A389CC34FD6E}" dt="2026-03-27T18:22:37.158" v="270" actId="20577"/>
          <ac:spMkLst>
            <pc:docMk/>
            <pc:sldMk cId="3008501111" sldId="272"/>
            <ac:spMk id="23" creationId="{94E97099-C6F0-9788-BF07-2E8E9FBFA96E}"/>
          </ac:spMkLst>
        </pc:spChg>
        <pc:spChg chg="add mod">
          <ac:chgData name="VIRAJ MARU" userId="87b6801bba7931fa" providerId="LiveId" clId="{D75069FA-8293-40BF-A5C4-A389CC34FD6E}" dt="2026-03-27T18:24:07.882" v="353" actId="20577"/>
          <ac:spMkLst>
            <pc:docMk/>
            <pc:sldMk cId="3008501111" sldId="272"/>
            <ac:spMk id="24" creationId="{EC4E9976-CCAB-8193-6D4B-76E4149A5726}"/>
          </ac:spMkLst>
        </pc:spChg>
        <pc:spChg chg="add mod">
          <ac:chgData name="VIRAJ MARU" userId="87b6801bba7931fa" providerId="LiveId" clId="{D75069FA-8293-40BF-A5C4-A389CC34FD6E}" dt="2026-03-27T18:24:39.441" v="389" actId="20577"/>
          <ac:spMkLst>
            <pc:docMk/>
            <pc:sldMk cId="3008501111" sldId="272"/>
            <ac:spMk id="25" creationId="{2C165031-4BCF-0864-F191-6AB0AAB08D28}"/>
          </ac:spMkLst>
        </pc:spChg>
        <pc:spChg chg="add mod">
          <ac:chgData name="VIRAJ MARU" userId="87b6801bba7931fa" providerId="LiveId" clId="{D75069FA-8293-40BF-A5C4-A389CC34FD6E}" dt="2026-03-27T18:24:21.791" v="364" actId="20577"/>
          <ac:spMkLst>
            <pc:docMk/>
            <pc:sldMk cId="3008501111" sldId="272"/>
            <ac:spMk id="26" creationId="{37CD5F48-5457-171E-2679-39E6315E2D70}"/>
          </ac:spMkLst>
        </pc:spChg>
        <pc:spChg chg="mod">
          <ac:chgData name="VIRAJ MARU" userId="87b6801bba7931fa" providerId="LiveId" clId="{D75069FA-8293-40BF-A5C4-A389CC34FD6E}" dt="2026-03-27T18:21:46.180" v="206" actId="1076"/>
          <ac:spMkLst>
            <pc:docMk/>
            <pc:sldMk cId="3008501111" sldId="272"/>
            <ac:spMk id="28" creationId="{9F878282-C7B8-B077-18BA-D56713CC2AEB}"/>
          </ac:spMkLst>
        </pc:spChg>
        <pc:spChg chg="add mod">
          <ac:chgData name="VIRAJ MARU" userId="87b6801bba7931fa" providerId="LiveId" clId="{D75069FA-8293-40BF-A5C4-A389CC34FD6E}" dt="2026-03-27T18:22:23.921" v="252" actId="20577"/>
          <ac:spMkLst>
            <pc:docMk/>
            <pc:sldMk cId="3008501111" sldId="272"/>
            <ac:spMk id="29" creationId="{A2E6F3EA-F29B-585C-AB5D-9CFCC4E16012}"/>
          </ac:spMkLst>
        </pc:spChg>
        <pc:cxnChg chg="mod">
          <ac:chgData name="VIRAJ MARU" userId="87b6801bba7931fa" providerId="LiveId" clId="{D75069FA-8293-40BF-A5C4-A389CC34FD6E}" dt="2026-03-27T18:21:46.180" v="206" actId="1076"/>
          <ac:cxnSpMkLst>
            <pc:docMk/>
            <pc:sldMk cId="3008501111" sldId="272"/>
            <ac:cxnSpMk id="15" creationId="{FC091010-A7A9-FAAC-00B0-BC899737FE77}"/>
          </ac:cxnSpMkLst>
        </pc:cxnChg>
        <pc:cxnChg chg="mod">
          <ac:chgData name="VIRAJ MARU" userId="87b6801bba7931fa" providerId="LiveId" clId="{D75069FA-8293-40BF-A5C4-A389CC34FD6E}" dt="2026-03-27T18:25:10.891" v="397" actId="1076"/>
          <ac:cxnSpMkLst>
            <pc:docMk/>
            <pc:sldMk cId="3008501111" sldId="272"/>
            <ac:cxnSpMk id="19" creationId="{4353ECA2-6916-32AA-5C84-EF87EB6BE7D3}"/>
          </ac:cxnSpMkLst>
        </pc:cxnChg>
      </pc:sldChg>
      <pc:sldChg chg="addSp modSp new add del mod">
        <pc:chgData name="VIRAJ MARU" userId="87b6801bba7931fa" providerId="LiveId" clId="{D75069FA-8293-40BF-A5C4-A389CC34FD6E}" dt="2026-04-01T17:48:04.804" v="948" actId="47"/>
        <pc:sldMkLst>
          <pc:docMk/>
          <pc:sldMk cId="396574791" sldId="273"/>
        </pc:sldMkLst>
        <pc:spChg chg="mod">
          <ac:chgData name="VIRAJ MARU" userId="87b6801bba7931fa" providerId="LiveId" clId="{D75069FA-8293-40BF-A5C4-A389CC34FD6E}" dt="2026-03-27T18:26:27.216" v="437" actId="20577"/>
          <ac:spMkLst>
            <pc:docMk/>
            <pc:sldMk cId="396574791" sldId="273"/>
            <ac:spMk id="2" creationId="{161263E3-A2AF-F63A-0C5E-D984C70609A4}"/>
          </ac:spMkLst>
        </pc:spChg>
        <pc:spChg chg="mod">
          <ac:chgData name="VIRAJ MARU" userId="87b6801bba7931fa" providerId="LiveId" clId="{D75069FA-8293-40BF-A5C4-A389CC34FD6E}" dt="2026-03-27T18:28:08.416" v="468" actId="20577"/>
          <ac:spMkLst>
            <pc:docMk/>
            <pc:sldMk cId="396574791" sldId="273"/>
            <ac:spMk id="3" creationId="{BB31AFBB-8C4F-3678-9057-78C3286BC19A}"/>
          </ac:spMkLst>
        </pc:spChg>
        <pc:spChg chg="mod">
          <ac:chgData name="VIRAJ MARU" userId="87b6801bba7931fa" providerId="LiveId" clId="{D75069FA-8293-40BF-A5C4-A389CC34FD6E}" dt="2026-03-27T18:28:01.229" v="463"/>
          <ac:spMkLst>
            <pc:docMk/>
            <pc:sldMk cId="396574791" sldId="273"/>
            <ac:spMk id="32" creationId="{91A6825E-7CE8-BE0D-C563-12876F30ECE3}"/>
          </ac:spMkLst>
        </pc:spChg>
        <pc:spChg chg="add mod">
          <ac:chgData name="VIRAJ MARU" userId="87b6801bba7931fa" providerId="LiveId" clId="{D75069FA-8293-40BF-A5C4-A389CC34FD6E}" dt="2026-03-27T18:28:01.229" v="463"/>
          <ac:spMkLst>
            <pc:docMk/>
            <pc:sldMk cId="396574791" sldId="273"/>
            <ac:spMk id="38" creationId="{073912FC-AAEB-B274-D872-CF5A2867C332}"/>
          </ac:spMkLst>
        </pc:spChg>
        <pc:spChg chg="add mod">
          <ac:chgData name="VIRAJ MARU" userId="87b6801bba7931fa" providerId="LiveId" clId="{D75069FA-8293-40BF-A5C4-A389CC34FD6E}" dt="2026-03-27T18:28:01.229" v="463"/>
          <ac:spMkLst>
            <pc:docMk/>
            <pc:sldMk cId="396574791" sldId="273"/>
            <ac:spMk id="39" creationId="{FCEF9B41-E110-A4AB-3B8F-A8893BD9733A}"/>
          </ac:spMkLst>
        </pc:spChg>
        <pc:spChg chg="add mod">
          <ac:chgData name="VIRAJ MARU" userId="87b6801bba7931fa" providerId="LiveId" clId="{D75069FA-8293-40BF-A5C4-A389CC34FD6E}" dt="2026-03-27T18:28:01.229" v="463"/>
          <ac:spMkLst>
            <pc:docMk/>
            <pc:sldMk cId="396574791" sldId="273"/>
            <ac:spMk id="40" creationId="{DCC62E0E-24B3-6B7B-551D-AF2C88A96C05}"/>
          </ac:spMkLst>
        </pc:spChg>
        <pc:spChg chg="add mod">
          <ac:chgData name="VIRAJ MARU" userId="87b6801bba7931fa" providerId="LiveId" clId="{D75069FA-8293-40BF-A5C4-A389CC34FD6E}" dt="2026-03-27T18:28:01.229" v="463"/>
          <ac:spMkLst>
            <pc:docMk/>
            <pc:sldMk cId="396574791" sldId="273"/>
            <ac:spMk id="41" creationId="{7FD0A31A-C9D9-49FC-84BB-8ECBD2DFE550}"/>
          </ac:spMkLst>
        </pc:spChg>
        <pc:spChg chg="add mod">
          <ac:chgData name="VIRAJ MARU" userId="87b6801bba7931fa" providerId="LiveId" clId="{D75069FA-8293-40BF-A5C4-A389CC34FD6E}" dt="2026-03-27T18:28:49.475" v="497" actId="20577"/>
          <ac:spMkLst>
            <pc:docMk/>
            <pc:sldMk cId="396574791" sldId="273"/>
            <ac:spMk id="48" creationId="{88AFF582-FAA3-2DDB-9442-405C422EB4C9}"/>
          </ac:spMkLst>
        </pc:spChg>
        <pc:spChg chg="add mod">
          <ac:chgData name="VIRAJ MARU" userId="87b6801bba7931fa" providerId="LiveId" clId="{D75069FA-8293-40BF-A5C4-A389CC34FD6E}" dt="2026-03-27T18:29:02.771" v="515" actId="20577"/>
          <ac:spMkLst>
            <pc:docMk/>
            <pc:sldMk cId="396574791" sldId="273"/>
            <ac:spMk id="49" creationId="{FE8A70DF-C91E-BF6C-BA23-B8492D1DE870}"/>
          </ac:spMkLst>
        </pc:spChg>
        <pc:spChg chg="add mod">
          <ac:chgData name="VIRAJ MARU" userId="87b6801bba7931fa" providerId="LiveId" clId="{D75069FA-8293-40BF-A5C4-A389CC34FD6E}" dt="2026-03-27T18:29:31.941" v="553" actId="20577"/>
          <ac:spMkLst>
            <pc:docMk/>
            <pc:sldMk cId="396574791" sldId="273"/>
            <ac:spMk id="50" creationId="{FCAF10D3-DADE-4A11-047B-307D6A5D9C5D}"/>
          </ac:spMkLst>
        </pc:spChg>
        <pc:spChg chg="add mod">
          <ac:chgData name="VIRAJ MARU" userId="87b6801bba7931fa" providerId="LiveId" clId="{D75069FA-8293-40BF-A5C4-A389CC34FD6E}" dt="2026-03-27T18:29:13.008" v="529" actId="20577"/>
          <ac:spMkLst>
            <pc:docMk/>
            <pc:sldMk cId="396574791" sldId="273"/>
            <ac:spMk id="51" creationId="{415B9C69-590C-A54A-C6AB-2038E693D46A}"/>
          </ac:spMkLst>
        </pc:spChg>
        <pc:spChg chg="add mod">
          <ac:chgData name="VIRAJ MARU" userId="87b6801bba7931fa" providerId="LiveId" clId="{D75069FA-8293-40BF-A5C4-A389CC34FD6E}" dt="2026-03-27T18:28:01.229" v="463"/>
          <ac:spMkLst>
            <pc:docMk/>
            <pc:sldMk cId="396574791" sldId="273"/>
            <ac:spMk id="52" creationId="{EF2570C7-66DB-7119-1462-A38F335D439F}"/>
          </ac:spMkLst>
        </pc:spChg>
        <pc:spChg chg="add mod">
          <ac:chgData name="VIRAJ MARU" userId="87b6801bba7931fa" providerId="LiveId" clId="{D75069FA-8293-40BF-A5C4-A389CC34FD6E}" dt="2026-03-27T18:30:35.538" v="595" actId="20577"/>
          <ac:spMkLst>
            <pc:docMk/>
            <pc:sldMk cId="396574791" sldId="273"/>
            <ac:spMk id="54" creationId="{F21BAC3B-AB40-4F32-3985-44E6C938C5A5}"/>
          </ac:spMkLst>
        </pc:spChg>
        <pc:spChg chg="add mod">
          <ac:chgData name="VIRAJ MARU" userId="87b6801bba7931fa" providerId="LiveId" clId="{D75069FA-8293-40BF-A5C4-A389CC34FD6E}" dt="2026-03-27T18:31:13.624" v="620" actId="20577"/>
          <ac:spMkLst>
            <pc:docMk/>
            <pc:sldMk cId="396574791" sldId="273"/>
            <ac:spMk id="57" creationId="{661E18CC-4152-4827-52C2-B3D0DF21AC44}"/>
          </ac:spMkLst>
        </pc:spChg>
        <pc:cxnChg chg="add mod">
          <ac:chgData name="VIRAJ MARU" userId="87b6801bba7931fa" providerId="LiveId" clId="{D75069FA-8293-40BF-A5C4-A389CC34FD6E}" dt="2026-03-27T18:30:09.382" v="558" actId="14100"/>
          <ac:cxnSpMkLst>
            <pc:docMk/>
            <pc:sldMk cId="396574791" sldId="273"/>
            <ac:cxnSpMk id="55" creationId="{B32F11BC-0636-08F9-207F-3F611D1311AA}"/>
          </ac:cxnSpMkLst>
        </pc:cxnChg>
      </pc:sldChg>
      <pc:sldChg chg="modSp new mod">
        <pc:chgData name="VIRAJ MARU" userId="87b6801bba7931fa" providerId="LiveId" clId="{D75069FA-8293-40BF-A5C4-A389CC34FD6E}" dt="2026-03-27T18:51:24.200" v="805" actId="5793"/>
        <pc:sldMkLst>
          <pc:docMk/>
          <pc:sldMk cId="707675088" sldId="276"/>
        </pc:sldMkLst>
        <pc:spChg chg="mod">
          <ac:chgData name="VIRAJ MARU" userId="87b6801bba7931fa" providerId="LiveId" clId="{D75069FA-8293-40BF-A5C4-A389CC34FD6E}" dt="2026-03-27T18:51:24.200" v="805" actId="5793"/>
          <ac:spMkLst>
            <pc:docMk/>
            <pc:sldMk cId="707675088" sldId="276"/>
            <ac:spMk id="3" creationId="{9E15F743-EE80-9787-A532-3CCE21C4A21D}"/>
          </ac:spMkLst>
        </pc:spChg>
      </pc:sldChg>
      <pc:sldChg chg="addSp delSp modSp new mod">
        <pc:chgData name="VIRAJ MARU" userId="87b6801bba7931fa" providerId="LiveId" clId="{D75069FA-8293-40BF-A5C4-A389CC34FD6E}" dt="2026-04-01T16:53:00.162" v="927" actId="14100"/>
        <pc:sldMkLst>
          <pc:docMk/>
          <pc:sldMk cId="2325789511" sldId="278"/>
        </pc:sldMkLst>
        <pc:spChg chg="mod">
          <ac:chgData name="VIRAJ MARU" userId="87b6801bba7931fa" providerId="LiveId" clId="{D75069FA-8293-40BF-A5C4-A389CC34FD6E}" dt="2026-04-01T16:52:56.764" v="926" actId="1076"/>
          <ac:spMkLst>
            <pc:docMk/>
            <pc:sldMk cId="2325789511" sldId="278"/>
            <ac:spMk id="2" creationId="{428E0360-3CB1-9493-7D4A-28CE27F5F37E}"/>
          </ac:spMkLst>
        </pc:spChg>
        <pc:picChg chg="add mod ord">
          <ac:chgData name="VIRAJ MARU" userId="87b6801bba7931fa" providerId="LiveId" clId="{D75069FA-8293-40BF-A5C4-A389CC34FD6E}" dt="2026-04-01T16:53:00.162" v="927" actId="14100"/>
          <ac:picMkLst>
            <pc:docMk/>
            <pc:sldMk cId="2325789511" sldId="278"/>
            <ac:picMk id="5" creationId="{6C847866-95D8-D4D0-1A0E-0D9210C31033}"/>
          </ac:picMkLst>
        </pc:picChg>
      </pc:sldChg>
      <pc:sldChg chg="addSp delSp modSp new mod ord">
        <pc:chgData name="VIRAJ MARU" userId="87b6801bba7931fa" providerId="LiveId" clId="{D75069FA-8293-40BF-A5C4-A389CC34FD6E}" dt="2026-04-04T14:43:40.256" v="1806" actId="14100"/>
        <pc:sldMkLst>
          <pc:docMk/>
          <pc:sldMk cId="3651646365" sldId="279"/>
        </pc:sldMkLst>
        <pc:spChg chg="add del mod">
          <ac:chgData name="VIRAJ MARU" userId="87b6801bba7931fa" providerId="LiveId" clId="{D75069FA-8293-40BF-A5C4-A389CC34FD6E}" dt="2026-04-04T04:42:58.091" v="1667" actId="478"/>
          <ac:spMkLst>
            <pc:docMk/>
            <pc:sldMk cId="3651646365" sldId="279"/>
            <ac:spMk id="2" creationId="{4643B41C-1E35-343A-CA53-952C858FB4AD}"/>
          </ac:spMkLst>
        </pc:spChg>
        <pc:spChg chg="del mod">
          <ac:chgData name="VIRAJ MARU" userId="87b6801bba7931fa" providerId="LiveId" clId="{D75069FA-8293-40BF-A5C4-A389CC34FD6E}" dt="2026-04-03T16:55:08.281" v="1411" actId="931"/>
          <ac:spMkLst>
            <pc:docMk/>
            <pc:sldMk cId="3651646365" sldId="279"/>
            <ac:spMk id="3" creationId="{0DD768BD-A8F6-0C65-E832-EDA6ED420F21}"/>
          </ac:spMkLst>
        </pc:spChg>
        <pc:spChg chg="add del mod">
          <ac:chgData name="VIRAJ MARU" userId="87b6801bba7931fa" providerId="LiveId" clId="{D75069FA-8293-40BF-A5C4-A389CC34FD6E}" dt="2026-04-04T04:31:58.046" v="1648" actId="21"/>
          <ac:spMkLst>
            <pc:docMk/>
            <pc:sldMk cId="3651646365" sldId="279"/>
            <ac:spMk id="4" creationId="{F1F62509-6BBB-991E-A9D6-62E2B9932079}"/>
          </ac:spMkLst>
        </pc:spChg>
        <pc:spChg chg="add del mod">
          <ac:chgData name="VIRAJ MARU" userId="87b6801bba7931fa" providerId="LiveId" clId="{D75069FA-8293-40BF-A5C4-A389CC34FD6E}" dt="2026-04-04T04:42:58.918" v="1670" actId="478"/>
          <ac:spMkLst>
            <pc:docMk/>
            <pc:sldMk cId="3651646365" sldId="279"/>
            <ac:spMk id="7" creationId="{0EA62BD3-426B-BDFB-6EC7-28B6CFD2242F}"/>
          </ac:spMkLst>
        </pc:spChg>
        <pc:spChg chg="add del mod">
          <ac:chgData name="VIRAJ MARU" userId="87b6801bba7931fa" providerId="LiveId" clId="{D75069FA-8293-40BF-A5C4-A389CC34FD6E}" dt="2026-04-03T17:10:18.310" v="1413" actId="478"/>
          <ac:spMkLst>
            <pc:docMk/>
            <pc:sldMk cId="3651646365" sldId="279"/>
            <ac:spMk id="7" creationId="{557192F6-6DF0-547C-9AA3-F5C4E1ABC7E0}"/>
          </ac:spMkLst>
        </pc:spChg>
        <pc:spChg chg="add del mod">
          <ac:chgData name="VIRAJ MARU" userId="87b6801bba7931fa" providerId="LiveId" clId="{D75069FA-8293-40BF-A5C4-A389CC34FD6E}" dt="2026-04-04T04:42:58.091" v="1667" actId="478"/>
          <ac:spMkLst>
            <pc:docMk/>
            <pc:sldMk cId="3651646365" sldId="279"/>
            <ac:spMk id="10" creationId="{6B6EED41-B60D-0A7C-53AF-F63B2AFAC68E}"/>
          </ac:spMkLst>
        </pc:spChg>
        <pc:spChg chg="add del mod">
          <ac:chgData name="VIRAJ MARU" userId="87b6801bba7931fa" providerId="LiveId" clId="{D75069FA-8293-40BF-A5C4-A389CC34FD6E}" dt="2026-04-04T05:56:28.909" v="1796" actId="931"/>
          <ac:spMkLst>
            <pc:docMk/>
            <pc:sldMk cId="3651646365" sldId="279"/>
            <ac:spMk id="12" creationId="{81158312-A071-C29D-C14E-58740B89FD64}"/>
          </ac:spMkLst>
        </pc:spChg>
        <pc:picChg chg="add del mod ord">
          <ac:chgData name="VIRAJ MARU" userId="87b6801bba7931fa" providerId="LiveId" clId="{D75069FA-8293-40BF-A5C4-A389CC34FD6E}" dt="2026-04-04T05:56:16.378" v="1795" actId="478"/>
          <ac:picMkLst>
            <pc:docMk/>
            <pc:sldMk cId="3651646365" sldId="279"/>
            <ac:picMk id="5" creationId="{63F38586-A845-5610-01D7-42C1FB247554}"/>
          </ac:picMkLst>
        </pc:picChg>
        <pc:picChg chg="add del mod modCrop">
          <ac:chgData name="VIRAJ MARU" userId="87b6801bba7931fa" providerId="LiveId" clId="{D75069FA-8293-40BF-A5C4-A389CC34FD6E}" dt="2026-04-04T05:56:12.923" v="1794" actId="478"/>
          <ac:picMkLst>
            <pc:docMk/>
            <pc:sldMk cId="3651646365" sldId="279"/>
            <ac:picMk id="9" creationId="{8615DD33-DB79-8DCD-5CE6-45198C9D3D86}"/>
          </ac:picMkLst>
        </pc:picChg>
        <pc:picChg chg="add mod ord">
          <ac:chgData name="VIRAJ MARU" userId="87b6801bba7931fa" providerId="LiveId" clId="{D75069FA-8293-40BF-A5C4-A389CC34FD6E}" dt="2026-04-04T14:43:40.256" v="1806" actId="14100"/>
          <ac:picMkLst>
            <pc:docMk/>
            <pc:sldMk cId="3651646365" sldId="279"/>
            <ac:picMk id="14" creationId="{9DAB5AB5-684F-220C-2F8D-94BBA8432CE7}"/>
          </ac:picMkLst>
        </pc:picChg>
      </pc:sldChg>
      <pc:sldChg chg="modSp new add del mod">
        <pc:chgData name="VIRAJ MARU" userId="87b6801bba7931fa" providerId="LiveId" clId="{D75069FA-8293-40BF-A5C4-A389CC34FD6E}" dt="2026-04-04T05:57:46.803" v="1803" actId="20577"/>
        <pc:sldMkLst>
          <pc:docMk/>
          <pc:sldMk cId="2124854236" sldId="280"/>
        </pc:sldMkLst>
        <pc:spChg chg="mod">
          <ac:chgData name="VIRAJ MARU" userId="87b6801bba7931fa" providerId="LiveId" clId="{D75069FA-8293-40BF-A5C4-A389CC34FD6E}" dt="2026-04-04T05:57:46.803" v="1803" actId="20577"/>
          <ac:spMkLst>
            <pc:docMk/>
            <pc:sldMk cId="2124854236" sldId="280"/>
            <ac:spMk id="2" creationId="{0BD3747B-0C43-1EBD-73E3-4E641D0ADA28}"/>
          </ac:spMkLst>
        </pc:spChg>
        <pc:spChg chg="mod">
          <ac:chgData name="VIRAJ MARU" userId="87b6801bba7931fa" providerId="LiveId" clId="{D75069FA-8293-40BF-A5C4-A389CC34FD6E}" dt="2026-04-04T04:49:44.084" v="1729"/>
          <ac:spMkLst>
            <pc:docMk/>
            <pc:sldMk cId="2124854236" sldId="280"/>
            <ac:spMk id="3" creationId="{680A45DE-D16C-7DE4-CFA4-85432D8C9EF8}"/>
          </ac:spMkLst>
        </pc:spChg>
      </pc:sldChg>
      <pc:sldChg chg="addSp modSp new add del mod">
        <pc:chgData name="VIRAJ MARU" userId="87b6801bba7931fa" providerId="LiveId" clId="{D75069FA-8293-40BF-A5C4-A389CC34FD6E}" dt="2026-04-04T04:47:12.120" v="1726" actId="2696"/>
        <pc:sldMkLst>
          <pc:docMk/>
          <pc:sldMk cId="4132508065" sldId="281"/>
        </pc:sldMkLst>
      </pc:sldChg>
      <pc:sldChg chg="delSp modSp new add del mod">
        <pc:chgData name="VIRAJ MARU" userId="87b6801bba7931fa" providerId="LiveId" clId="{D75069FA-8293-40BF-A5C4-A389CC34FD6E}" dt="2026-04-04T04:47:18.393" v="1727" actId="2696"/>
        <pc:sldMkLst>
          <pc:docMk/>
          <pc:sldMk cId="1052854442" sldId="282"/>
        </pc:sldMkLst>
      </pc:sldChg>
      <pc:sldChg chg="addSp delSp modSp new mod">
        <pc:chgData name="VIRAJ MARU" userId="87b6801bba7931fa" providerId="LiveId" clId="{D75069FA-8293-40BF-A5C4-A389CC34FD6E}" dt="2026-04-04T03:27:17.786" v="1523" actId="255"/>
        <pc:sldMkLst>
          <pc:docMk/>
          <pc:sldMk cId="1425985513" sldId="283"/>
        </pc:sldMkLst>
        <pc:spChg chg="mod">
          <ac:chgData name="VIRAJ MARU" userId="87b6801bba7931fa" providerId="LiveId" clId="{D75069FA-8293-40BF-A5C4-A389CC34FD6E}" dt="2026-04-01T18:16:43.734" v="1197" actId="20577"/>
          <ac:spMkLst>
            <pc:docMk/>
            <pc:sldMk cId="1425985513" sldId="283"/>
            <ac:spMk id="2" creationId="{11C38016-1E16-3225-F3E0-52B411C65E44}"/>
          </ac:spMkLst>
        </pc:spChg>
        <pc:spChg chg="del mod">
          <ac:chgData name="VIRAJ MARU" userId="87b6801bba7931fa" providerId="LiveId" clId="{D75069FA-8293-40BF-A5C4-A389CC34FD6E}" dt="2026-04-04T03:26:46.262" v="1510"/>
          <ac:spMkLst>
            <pc:docMk/>
            <pc:sldMk cId="1425985513" sldId="283"/>
            <ac:spMk id="3" creationId="{8332A157-5283-F227-1D97-66015945C071}"/>
          </ac:spMkLst>
        </pc:spChg>
        <pc:spChg chg="add mod">
          <ac:chgData name="VIRAJ MARU" userId="87b6801bba7931fa" providerId="LiveId" clId="{D75069FA-8293-40BF-A5C4-A389CC34FD6E}" dt="2026-04-04T03:27:17.786" v="1523" actId="255"/>
          <ac:spMkLst>
            <pc:docMk/>
            <pc:sldMk cId="1425985513" sldId="283"/>
            <ac:spMk id="4" creationId="{39A44A10-FDAF-8FCF-04E0-152414C8AB6F}"/>
          </ac:spMkLst>
        </pc:spChg>
      </pc:sldChg>
      <pc:sldChg chg="modSp new del mod">
        <pc:chgData name="VIRAJ MARU" userId="87b6801bba7931fa" providerId="LiveId" clId="{D75069FA-8293-40BF-A5C4-A389CC34FD6E}" dt="2026-04-03T17:45:34.650" v="1426" actId="47"/>
        <pc:sldMkLst>
          <pc:docMk/>
          <pc:sldMk cId="649965286" sldId="284"/>
        </pc:sldMkLst>
      </pc:sldChg>
      <pc:sldChg chg="modSp new del mod">
        <pc:chgData name="VIRAJ MARU" userId="87b6801bba7931fa" providerId="LiveId" clId="{D75069FA-8293-40BF-A5C4-A389CC34FD6E}" dt="2026-04-03T17:45:32.704" v="1425" actId="47"/>
        <pc:sldMkLst>
          <pc:docMk/>
          <pc:sldMk cId="10369884" sldId="285"/>
        </pc:sldMkLst>
      </pc:sldChg>
      <pc:sldChg chg="addSp delSp modSp new mod">
        <pc:chgData name="VIRAJ MARU" userId="87b6801bba7931fa" providerId="LiveId" clId="{D75069FA-8293-40BF-A5C4-A389CC34FD6E}" dt="2026-04-04T04:53:02.786" v="1752" actId="5793"/>
        <pc:sldMkLst>
          <pc:docMk/>
          <pc:sldMk cId="1528780949" sldId="286"/>
        </pc:sldMkLst>
        <pc:spChg chg="mod">
          <ac:chgData name="VIRAJ MARU" userId="87b6801bba7931fa" providerId="LiveId" clId="{D75069FA-8293-40BF-A5C4-A389CC34FD6E}" dt="2026-04-01T18:27:03.852" v="1272" actId="1076"/>
          <ac:spMkLst>
            <pc:docMk/>
            <pc:sldMk cId="1528780949" sldId="286"/>
            <ac:spMk id="2" creationId="{1A01BEEF-71E3-202F-864C-C333E3B7243A}"/>
          </ac:spMkLst>
        </pc:spChg>
        <pc:spChg chg="add">
          <ac:chgData name="VIRAJ MARU" userId="87b6801bba7931fa" providerId="LiveId" clId="{D75069FA-8293-40BF-A5C4-A389CC34FD6E}" dt="2026-04-04T04:52:20.751" v="1730"/>
          <ac:spMkLst>
            <pc:docMk/>
            <pc:sldMk cId="1528780949" sldId="286"/>
            <ac:spMk id="3" creationId="{C789A572-9546-5393-0451-A15C3FFE72FC}"/>
          </ac:spMkLst>
        </pc:spChg>
        <pc:spChg chg="add del mod">
          <ac:chgData name="VIRAJ MARU" userId="87b6801bba7931fa" providerId="LiveId" clId="{D75069FA-8293-40BF-A5C4-A389CC34FD6E}" dt="2026-04-04T04:52:39.214" v="1736"/>
          <ac:spMkLst>
            <pc:docMk/>
            <pc:sldMk cId="1528780949" sldId="286"/>
            <ac:spMk id="4" creationId="{6CA14834-832C-06C8-FC34-C939FE96F215}"/>
          </ac:spMkLst>
        </pc:spChg>
        <pc:spChg chg="add mod">
          <ac:chgData name="VIRAJ MARU" userId="87b6801bba7931fa" providerId="LiveId" clId="{D75069FA-8293-40BF-A5C4-A389CC34FD6E}" dt="2026-04-04T04:52:26.281" v="1733"/>
          <ac:spMkLst>
            <pc:docMk/>
            <pc:sldMk cId="1528780949" sldId="286"/>
            <ac:spMk id="5" creationId="{046E0ABD-E7F4-B6E1-807E-98FDAF438D06}"/>
          </ac:spMkLst>
        </pc:spChg>
        <pc:spChg chg="add mod">
          <ac:chgData name="VIRAJ MARU" userId="87b6801bba7931fa" providerId="LiveId" clId="{D75069FA-8293-40BF-A5C4-A389CC34FD6E}" dt="2026-04-04T04:52:24.081" v="1732"/>
          <ac:spMkLst>
            <pc:docMk/>
            <pc:sldMk cId="1528780949" sldId="286"/>
            <ac:spMk id="6" creationId="{A9EE71EF-FC0F-DAC3-0B82-EFEF144904C3}"/>
          </ac:spMkLst>
        </pc:spChg>
        <pc:spChg chg="add mod">
          <ac:chgData name="VIRAJ MARU" userId="87b6801bba7931fa" providerId="LiveId" clId="{D75069FA-8293-40BF-A5C4-A389CC34FD6E}" dt="2026-04-04T04:52:31.432" v="1735"/>
          <ac:spMkLst>
            <pc:docMk/>
            <pc:sldMk cId="1528780949" sldId="286"/>
            <ac:spMk id="7" creationId="{F80FAF5B-2668-1CFE-BBD6-0F8679105178}"/>
          </ac:spMkLst>
        </pc:spChg>
        <pc:spChg chg="add mod">
          <ac:chgData name="VIRAJ MARU" userId="87b6801bba7931fa" providerId="LiveId" clId="{D75069FA-8293-40BF-A5C4-A389CC34FD6E}" dt="2026-04-04T04:52:28" v="1734"/>
          <ac:spMkLst>
            <pc:docMk/>
            <pc:sldMk cId="1528780949" sldId="286"/>
            <ac:spMk id="8" creationId="{CE830AF5-4DB4-6484-259D-7447AE27552F}"/>
          </ac:spMkLst>
        </pc:spChg>
        <pc:spChg chg="add mod">
          <ac:chgData name="VIRAJ MARU" userId="87b6801bba7931fa" providerId="LiveId" clId="{D75069FA-8293-40BF-A5C4-A389CC34FD6E}" dt="2026-04-04T04:53:02.786" v="1752" actId="5793"/>
          <ac:spMkLst>
            <pc:docMk/>
            <pc:sldMk cId="1528780949" sldId="286"/>
            <ac:spMk id="9" creationId="{6BECC65E-CC7A-AA77-AFA7-EDAEB7DCB205}"/>
          </ac:spMkLst>
        </pc:spChg>
      </pc:sldChg>
      <pc:sldChg chg="addSp delSp modSp new mod">
        <pc:chgData name="VIRAJ MARU" userId="87b6801bba7931fa" providerId="LiveId" clId="{D75069FA-8293-40BF-A5C4-A389CC34FD6E}" dt="2026-04-04T03:35:11.229" v="1542" actId="20577"/>
        <pc:sldMkLst>
          <pc:docMk/>
          <pc:sldMk cId="2593806858" sldId="287"/>
        </pc:sldMkLst>
        <pc:spChg chg="mod">
          <ac:chgData name="VIRAJ MARU" userId="87b6801bba7931fa" providerId="LiveId" clId="{D75069FA-8293-40BF-A5C4-A389CC34FD6E}" dt="2026-04-04T03:35:11.229" v="1542" actId="20577"/>
          <ac:spMkLst>
            <pc:docMk/>
            <pc:sldMk cId="2593806858" sldId="287"/>
            <ac:spMk id="2" creationId="{0C8CB756-EB13-2437-A235-8ADD10EB1D63}"/>
          </ac:spMkLst>
        </pc:spChg>
        <pc:spChg chg="add">
          <ac:chgData name="VIRAJ MARU" userId="87b6801bba7931fa" providerId="LiveId" clId="{D75069FA-8293-40BF-A5C4-A389CC34FD6E}" dt="2026-04-04T03:17:37.745" v="1447"/>
          <ac:spMkLst>
            <pc:docMk/>
            <pc:sldMk cId="2593806858" sldId="287"/>
            <ac:spMk id="3" creationId="{3CB8D0E6-C231-889B-0B3A-1E2E9DF51D60}"/>
          </ac:spMkLst>
        </pc:spChg>
        <pc:spChg chg="add del mod">
          <ac:chgData name="VIRAJ MARU" userId="87b6801bba7931fa" providerId="LiveId" clId="{D75069FA-8293-40BF-A5C4-A389CC34FD6E}" dt="2026-04-04T03:18:06.349" v="1453"/>
          <ac:spMkLst>
            <pc:docMk/>
            <pc:sldMk cId="2593806858" sldId="287"/>
            <ac:spMk id="4" creationId="{9A268F86-88D6-0C87-C314-23EE19BC990C}"/>
          </ac:spMkLst>
        </pc:spChg>
        <pc:spChg chg="add mod">
          <ac:chgData name="VIRAJ MARU" userId="87b6801bba7931fa" providerId="LiveId" clId="{D75069FA-8293-40BF-A5C4-A389CC34FD6E}" dt="2026-04-04T03:17:48.782" v="1450"/>
          <ac:spMkLst>
            <pc:docMk/>
            <pc:sldMk cId="2593806858" sldId="287"/>
            <ac:spMk id="5" creationId="{07B6315C-D605-34AD-7B1A-A3D2897AAD57}"/>
          </ac:spMkLst>
        </pc:spChg>
        <pc:spChg chg="add mod">
          <ac:chgData name="VIRAJ MARU" userId="87b6801bba7931fa" providerId="LiveId" clId="{D75069FA-8293-40BF-A5C4-A389CC34FD6E}" dt="2026-04-04T03:18:41.998" v="1469" actId="11"/>
          <ac:spMkLst>
            <pc:docMk/>
            <pc:sldMk cId="2593806858" sldId="287"/>
            <ac:spMk id="6" creationId="{FF611499-8C52-D69B-8CDF-4522BDCF7EF5}"/>
          </ac:spMkLst>
        </pc:spChg>
      </pc:sldChg>
      <pc:sldChg chg="addSp delSp modSp new mod">
        <pc:chgData name="VIRAJ MARU" userId="87b6801bba7931fa" providerId="LiveId" clId="{D75069FA-8293-40BF-A5C4-A389CC34FD6E}" dt="2026-04-04T04:28:22.462" v="1634" actId="14100"/>
        <pc:sldMkLst>
          <pc:docMk/>
          <pc:sldMk cId="276461381" sldId="288"/>
        </pc:sldMkLst>
        <pc:spChg chg="del mod">
          <ac:chgData name="VIRAJ MARU" userId="87b6801bba7931fa" providerId="LiveId" clId="{D75069FA-8293-40BF-A5C4-A389CC34FD6E}" dt="2026-04-04T04:28:09.838" v="1632" actId="478"/>
          <ac:spMkLst>
            <pc:docMk/>
            <pc:sldMk cId="276461381" sldId="288"/>
            <ac:spMk id="2" creationId="{AFD0D303-2C4A-9153-B4B7-8EC04683F7FE}"/>
          </ac:spMkLst>
        </pc:spChg>
        <pc:spChg chg="del mod">
          <ac:chgData name="VIRAJ MARU" userId="87b6801bba7931fa" providerId="LiveId" clId="{D75069FA-8293-40BF-A5C4-A389CC34FD6E}" dt="2026-04-03T17:16:37.276" v="1417" actId="931"/>
          <ac:spMkLst>
            <pc:docMk/>
            <pc:sldMk cId="276461381" sldId="288"/>
            <ac:spMk id="3" creationId="{0D43C11A-B5D4-54E9-6C52-8272F7D88EF6}"/>
          </ac:spMkLst>
        </pc:spChg>
        <pc:picChg chg="add mod">
          <ac:chgData name="VIRAJ MARU" userId="87b6801bba7931fa" providerId="LiveId" clId="{D75069FA-8293-40BF-A5C4-A389CC34FD6E}" dt="2026-04-04T04:28:22.462" v="1634" actId="14100"/>
          <ac:picMkLst>
            <pc:docMk/>
            <pc:sldMk cId="276461381" sldId="288"/>
            <ac:picMk id="4" creationId="{D02DF8B8-4CC5-51E0-3974-9F291BB90806}"/>
          </ac:picMkLst>
        </pc:picChg>
        <pc:picChg chg="add mod ord modCrop">
          <ac:chgData name="VIRAJ MARU" userId="87b6801bba7931fa" providerId="LiveId" clId="{D75069FA-8293-40BF-A5C4-A389CC34FD6E}" dt="2026-04-04T04:28:14.120" v="1633" actId="14100"/>
          <ac:picMkLst>
            <pc:docMk/>
            <pc:sldMk cId="276461381" sldId="288"/>
            <ac:picMk id="5" creationId="{BF0E7830-E098-7270-224A-837A98105885}"/>
          </ac:picMkLst>
        </pc:picChg>
      </pc:sldChg>
      <pc:sldChg chg="modSp new del mod">
        <pc:chgData name="VIRAJ MARU" userId="87b6801bba7931fa" providerId="LiveId" clId="{D75069FA-8293-40BF-A5C4-A389CC34FD6E}" dt="2026-04-04T03:35:46.193" v="1543" actId="47"/>
        <pc:sldMkLst>
          <pc:docMk/>
          <pc:sldMk cId="24929693" sldId="289"/>
        </pc:sldMkLst>
      </pc:sldChg>
      <pc:sldChg chg="addSp delSp modSp new del mod">
        <pc:chgData name="VIRAJ MARU" userId="87b6801bba7931fa" providerId="LiveId" clId="{D75069FA-8293-40BF-A5C4-A389CC34FD6E}" dt="2026-04-04T04:55:43.520" v="1755" actId="2696"/>
        <pc:sldMkLst>
          <pc:docMk/>
          <pc:sldMk cId="1635956936" sldId="290"/>
        </pc:sldMkLst>
        <pc:spChg chg="mod">
          <ac:chgData name="VIRAJ MARU" userId="87b6801bba7931fa" providerId="LiveId" clId="{D75069FA-8293-40BF-A5C4-A389CC34FD6E}" dt="2026-04-04T03:23:30.533" v="1477"/>
          <ac:spMkLst>
            <pc:docMk/>
            <pc:sldMk cId="1635956936" sldId="290"/>
            <ac:spMk id="2" creationId="{4F10D963-54A3-61BB-E295-AA535C07B2F5}"/>
          </ac:spMkLst>
        </pc:spChg>
        <pc:spChg chg="del mod">
          <ac:chgData name="VIRAJ MARU" userId="87b6801bba7931fa" providerId="LiveId" clId="{D75069FA-8293-40BF-A5C4-A389CC34FD6E}" dt="2026-04-04T03:24:22.568" v="1478"/>
          <ac:spMkLst>
            <pc:docMk/>
            <pc:sldMk cId="1635956936" sldId="290"/>
            <ac:spMk id="3" creationId="{0FF44553-F087-C8CA-0F81-47761E8896F8}"/>
          </ac:spMkLst>
        </pc:spChg>
        <pc:spChg chg="add mod">
          <ac:chgData name="VIRAJ MARU" userId="87b6801bba7931fa" providerId="LiveId" clId="{D75069FA-8293-40BF-A5C4-A389CC34FD6E}" dt="2026-04-04T03:25:29.077" v="1508" actId="20577"/>
          <ac:spMkLst>
            <pc:docMk/>
            <pc:sldMk cId="1635956936" sldId="290"/>
            <ac:spMk id="4" creationId="{A65D8FEC-D54E-4447-E61D-AB60FC2BB8E4}"/>
          </ac:spMkLst>
        </pc:spChg>
      </pc:sldChg>
      <pc:sldChg chg="addSp delSp modSp new mod">
        <pc:chgData name="VIRAJ MARU" userId="87b6801bba7931fa" providerId="LiveId" clId="{D75069FA-8293-40BF-A5C4-A389CC34FD6E}" dt="2026-04-04T04:29:07.875" v="1645" actId="14100"/>
        <pc:sldMkLst>
          <pc:docMk/>
          <pc:sldMk cId="3400796000" sldId="291"/>
        </pc:sldMkLst>
        <pc:spChg chg="del mod">
          <ac:chgData name="VIRAJ MARU" userId="87b6801bba7931fa" providerId="LiveId" clId="{D75069FA-8293-40BF-A5C4-A389CC34FD6E}" dt="2026-04-04T04:28:32.426" v="1635" actId="478"/>
          <ac:spMkLst>
            <pc:docMk/>
            <pc:sldMk cId="3400796000" sldId="291"/>
            <ac:spMk id="2" creationId="{30F5C746-2244-F9D3-E8CB-C824DEF0DECA}"/>
          </ac:spMkLst>
        </pc:spChg>
        <pc:spChg chg="del">
          <ac:chgData name="VIRAJ MARU" userId="87b6801bba7931fa" providerId="LiveId" clId="{D75069FA-8293-40BF-A5C4-A389CC34FD6E}" dt="2026-04-04T04:18:18.315" v="1573" actId="931"/>
          <ac:spMkLst>
            <pc:docMk/>
            <pc:sldMk cId="3400796000" sldId="291"/>
            <ac:spMk id="3" creationId="{C4E79BF9-7B2C-663A-D964-EFE138C15449}"/>
          </ac:spMkLst>
        </pc:spChg>
        <pc:spChg chg="add del mod">
          <ac:chgData name="VIRAJ MARU" userId="87b6801bba7931fa" providerId="LiveId" clId="{D75069FA-8293-40BF-A5C4-A389CC34FD6E}" dt="2026-04-04T04:28:37.162" v="1636" actId="478"/>
          <ac:spMkLst>
            <pc:docMk/>
            <pc:sldMk cId="3400796000" sldId="291"/>
            <ac:spMk id="8" creationId="{0DEF494A-5A07-706C-6252-1B5D57D2F38E}"/>
          </ac:spMkLst>
        </pc:spChg>
        <pc:picChg chg="add mod ord modCrop">
          <ac:chgData name="VIRAJ MARU" userId="87b6801bba7931fa" providerId="LiveId" clId="{D75069FA-8293-40BF-A5C4-A389CC34FD6E}" dt="2026-04-04T04:28:55.305" v="1642" actId="1076"/>
          <ac:picMkLst>
            <pc:docMk/>
            <pc:sldMk cId="3400796000" sldId="291"/>
            <ac:picMk id="5" creationId="{CF789E0F-35C3-397D-A636-89D966FD3383}"/>
          </ac:picMkLst>
        </pc:picChg>
        <pc:picChg chg="add mod">
          <ac:chgData name="VIRAJ MARU" userId="87b6801bba7931fa" providerId="LiveId" clId="{D75069FA-8293-40BF-A5C4-A389CC34FD6E}" dt="2026-04-04T04:29:07.875" v="1645" actId="14100"/>
          <ac:picMkLst>
            <pc:docMk/>
            <pc:sldMk cId="3400796000" sldId="291"/>
            <ac:picMk id="6" creationId="{F9C6E7AD-0CF3-2E79-A46F-8CF97614139E}"/>
          </ac:picMkLst>
        </pc:picChg>
      </pc:sldChg>
      <pc:sldChg chg="addSp delSp modSp new mod">
        <pc:chgData name="VIRAJ MARU" userId="87b6801bba7931fa" providerId="LiveId" clId="{D75069FA-8293-40BF-A5C4-A389CC34FD6E}" dt="2026-04-04T04:45:53.458" v="1719" actId="255"/>
        <pc:sldMkLst>
          <pc:docMk/>
          <pc:sldMk cId="309015929" sldId="292"/>
        </pc:sldMkLst>
        <pc:spChg chg="mod">
          <ac:chgData name="VIRAJ MARU" userId="87b6801bba7931fa" providerId="LiveId" clId="{D75069FA-8293-40BF-A5C4-A389CC34FD6E}" dt="2026-04-04T04:45:25.070" v="1706" actId="20577"/>
          <ac:spMkLst>
            <pc:docMk/>
            <pc:sldMk cId="309015929" sldId="292"/>
            <ac:spMk id="2" creationId="{9DC5A7D7-CA4C-A319-070A-DC8619EEC6AC}"/>
          </ac:spMkLst>
        </pc:spChg>
        <pc:spChg chg="del">
          <ac:chgData name="VIRAJ MARU" userId="87b6801bba7931fa" providerId="LiveId" clId="{D75069FA-8293-40BF-A5C4-A389CC34FD6E}" dt="2026-04-04T04:45:28.628" v="1707"/>
          <ac:spMkLst>
            <pc:docMk/>
            <pc:sldMk cId="309015929" sldId="292"/>
            <ac:spMk id="3" creationId="{B2A39589-83EF-06E3-D313-49528F1E2C47}"/>
          </ac:spMkLst>
        </pc:spChg>
        <pc:spChg chg="add mod">
          <ac:chgData name="VIRAJ MARU" userId="87b6801bba7931fa" providerId="LiveId" clId="{D75069FA-8293-40BF-A5C4-A389CC34FD6E}" dt="2026-04-04T04:45:53.458" v="1719" actId="255"/>
          <ac:spMkLst>
            <pc:docMk/>
            <pc:sldMk cId="309015929" sldId="292"/>
            <ac:spMk id="4" creationId="{57554D28-85B3-A0F4-E566-429AAC31CF09}"/>
          </ac:spMkLst>
        </pc:spChg>
      </pc:sldChg>
      <pc:sldChg chg="add del">
        <pc:chgData name="VIRAJ MARU" userId="87b6801bba7931fa" providerId="LiveId" clId="{D75069FA-8293-40BF-A5C4-A389CC34FD6E}" dt="2026-04-04T04:55:57.155" v="1757" actId="2890"/>
        <pc:sldMkLst>
          <pc:docMk/>
          <pc:sldMk cId="2526438517" sldId="293"/>
        </pc:sldMkLst>
      </pc:sldChg>
      <pc:sldChg chg="addSp delSp modSp new mod">
        <pc:chgData name="VIRAJ MARU" userId="87b6801bba7931fa" providerId="LiveId" clId="{D75069FA-8293-40BF-A5C4-A389CC34FD6E}" dt="2026-04-04T04:58:08.271" v="1793" actId="20577"/>
        <pc:sldMkLst>
          <pc:docMk/>
          <pc:sldMk cId="4167906896" sldId="293"/>
        </pc:sldMkLst>
        <pc:spChg chg="mod">
          <ac:chgData name="VIRAJ MARU" userId="87b6801bba7931fa" providerId="LiveId" clId="{D75069FA-8293-40BF-A5C4-A389CC34FD6E}" dt="2026-04-04T04:58:08.271" v="1793" actId="20577"/>
          <ac:spMkLst>
            <pc:docMk/>
            <pc:sldMk cId="4167906896" sldId="293"/>
            <ac:spMk id="2" creationId="{C9817354-2BF2-7D45-01F9-6CFD134731D7}"/>
          </ac:spMkLst>
        </pc:spChg>
        <pc:spChg chg="del">
          <ac:chgData name="VIRAJ MARU" userId="87b6801bba7931fa" providerId="LiveId" clId="{D75069FA-8293-40BF-A5C4-A389CC34FD6E}" dt="2026-04-04T04:57:38.115" v="1767"/>
          <ac:spMkLst>
            <pc:docMk/>
            <pc:sldMk cId="4167906896" sldId="293"/>
            <ac:spMk id="3" creationId="{A37FBC93-8379-00E4-34C8-6E77D478FF77}"/>
          </ac:spMkLst>
        </pc:spChg>
        <pc:spChg chg="add mod">
          <ac:chgData name="VIRAJ MARU" userId="87b6801bba7931fa" providerId="LiveId" clId="{D75069FA-8293-40BF-A5C4-A389CC34FD6E}" dt="2026-04-04T04:57:48.108" v="1778" actId="5793"/>
          <ac:spMkLst>
            <pc:docMk/>
            <pc:sldMk cId="4167906896" sldId="293"/>
            <ac:spMk id="4" creationId="{0AE850CA-F699-337D-C53B-18F721EED2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17592-A5AB-4676-A3EF-55754436C2C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867B8-5EBE-4003-88C1-3D1774959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07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867B8-5EBE-4003-88C1-3D1774959C8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77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6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9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7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0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31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1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5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0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0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6658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166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456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038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487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4434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207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8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91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3797-01F6-C104-905D-11A1C1BEA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SPORTS GROUND MANAGEMENT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1E2CB-C4DE-038E-F287-184C7776C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Prepared BY :VIRAJ MARU(250160450052)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4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F001-31A9-5FBB-5DBA-8369C718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845" y="221228"/>
            <a:ext cx="9631566" cy="486695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B599467-4D41-D5EC-6591-551B7D8AD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095170"/>
            <a:ext cx="798379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manages sports ground booking digitally.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register and log in easily.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check ground availability online.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date and time slots can be selected quickly.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payment makes booking confirmation easy.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manages grounds, schedules, and bookings.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saves time and avoids booking conflicts. </a:t>
            </a:r>
          </a:p>
        </p:txBody>
      </p:sp>
    </p:spTree>
    <p:extLst>
      <p:ext uri="{BB962C8B-B14F-4D97-AF65-F5344CB8AC3E}">
        <p14:creationId xmlns:p14="http://schemas.microsoft.com/office/powerpoint/2010/main" val="3020806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B756-EB13-2437-A235-8ADD10EB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30" y="245808"/>
            <a:ext cx="10131425" cy="924231"/>
          </a:xfrm>
        </p:spPr>
        <p:txBody>
          <a:bodyPr>
            <a:normAutofit/>
          </a:bodyPr>
          <a:lstStyle/>
          <a:p>
            <a:r>
              <a:rPr lang="en-US" dirty="0"/>
              <a:t>Existing </a:t>
            </a:r>
            <a:r>
              <a:rPr lang="en-US" dirty="0" err="1"/>
              <a:t>SySTEM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F611499-8C52-D69B-8CDF-4522BDCF7E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58563"/>
            <a:ext cx="10690122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Sports ground booking is managed manually using registers or phone calls.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availability checking is not available.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Double booking may occur due to manual management.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must contact staff or visit manually for booking.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records may contain errors or lost data.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Cancellation and rescheduling are difficult to manage.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Generating booking reports takes extra time and effort. </a:t>
            </a:r>
          </a:p>
        </p:txBody>
      </p:sp>
    </p:spTree>
    <p:extLst>
      <p:ext uri="{BB962C8B-B14F-4D97-AF65-F5344CB8AC3E}">
        <p14:creationId xmlns:p14="http://schemas.microsoft.com/office/powerpoint/2010/main" val="259380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0360-3CB1-9493-7D4A-28CE27F5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182" y="235976"/>
            <a:ext cx="10131425" cy="530942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FLOWCHART(EXISTING SYSTEM)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847866-95D8-D4D0-1A0E-0D9210C31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199" y="845574"/>
            <a:ext cx="6666271" cy="587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8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3B41C-1E35-343A-CA53-952C858F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1" y="327661"/>
            <a:ext cx="10131425" cy="548640"/>
          </a:xfrm>
        </p:spPr>
        <p:txBody>
          <a:bodyPr>
            <a:normAutofit fontScale="90000"/>
          </a:bodyPr>
          <a:lstStyle/>
          <a:p>
            <a:r>
              <a:rPr lang="en-US" dirty="0"/>
              <a:t>ER DIAGREAM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64BE09-7EDB-C3E0-CF3B-E50945956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756" y="1631517"/>
            <a:ext cx="10618838" cy="3899766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A5D9F890-32A5-A6CA-E069-14D57CE2F6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4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A7D7-CA4C-A319-070A-DC8619E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EXISTING SYSTEM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554D28-85B3-A0F4-E566-429AAC31CF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7479" y="1911979"/>
            <a:ext cx="1013142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is done manually, so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double booking can happen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must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visit or call staff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reserve the ground.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records are difficult to maintain manually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Checking ground availability takes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time and effort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schedules and user records becomes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confusing and error-prone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9015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747B-0C43-1EBD-73E3-4E641D0AD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78" y="309716"/>
            <a:ext cx="10131425" cy="408039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  <a:r>
              <a:rPr lang="en-IN" dirty="0"/>
              <a:t>Proposed </a:t>
            </a:r>
            <a:r>
              <a:rPr lang="en-US" dirty="0"/>
              <a:t> SYSTEM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A45DE-D16C-7DE4-CFA4-85432D8C9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953729"/>
            <a:ext cx="10131425" cy="5594556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It is an online platform for managing sports ground bookings.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Users can check available grounds and time slots.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It allows easy booking for different sports.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The system reduces manual paperwork.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Admin can manage ground details and schedules.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Payment and booking records are stored securely.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It helps prevent booking conflicts and improves efficiency.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485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8016-1E16-3225-F3E0-52B411C6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SCOPE OF THE SYSTEM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A44A10-FDAF-8FCF-04E0-152414C8AB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955" y="1906185"/>
            <a:ext cx="8821994" cy="416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Requires internet connection (network required)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System runs on a web browser (Chrome, Edge, etc.)</a:t>
            </a:r>
          </a:p>
          <a:p>
            <a:pPr marL="0" indent="0">
              <a:buNone/>
            </a:pPr>
            <a:br>
              <a:rPr lang="en-US" sz="3200" dirty="0"/>
            </a:br>
            <a:r>
              <a:rPr lang="en-US" sz="3200" dirty="0"/>
              <a:t>• Customers can register, login, view ground, and check ground availability.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985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3494-F6AD-F947-4D49-9D5B95E5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89935"/>
          </a:xfrm>
        </p:spPr>
        <p:txBody>
          <a:bodyPr>
            <a:normAutofit fontScale="90000"/>
          </a:bodyPr>
          <a:lstStyle/>
          <a:p>
            <a:r>
              <a:rPr lang="en-US" dirty="0"/>
              <a:t>Use  cases diagram : admin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D2BFF-71A4-8621-FB47-2FF9F0009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7187"/>
            <a:ext cx="10131425" cy="503411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Admin</a:t>
            </a:r>
            <a:endParaRPr lang="en-IN" dirty="0"/>
          </a:p>
        </p:txBody>
      </p:sp>
      <p:grpSp>
        <p:nvGrpSpPr>
          <p:cNvPr id="4" name="Canvas 133">
            <a:extLst>
              <a:ext uri="{FF2B5EF4-FFF2-40B4-BE49-F238E27FC236}">
                <a16:creationId xmlns:a16="http://schemas.microsoft.com/office/drawing/2014/main" id="{B8BDC733-A915-C602-D363-DC213C74004E}"/>
              </a:ext>
            </a:extLst>
          </p:cNvPr>
          <p:cNvGrpSpPr/>
          <p:nvPr/>
        </p:nvGrpSpPr>
        <p:grpSpPr>
          <a:xfrm>
            <a:off x="915713" y="3858491"/>
            <a:ext cx="1734185" cy="1033145"/>
            <a:chOff x="0" y="0"/>
            <a:chExt cx="1734185" cy="103314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6180CD-9CCB-E108-9C97-A75B17775D34}"/>
                </a:ext>
              </a:extLst>
            </p:cNvPr>
            <p:cNvSpPr/>
            <p:nvPr/>
          </p:nvSpPr>
          <p:spPr>
            <a:xfrm>
              <a:off x="0" y="0"/>
              <a:ext cx="1734185" cy="1033145"/>
            </a:xfrm>
            <a:prstGeom prst="rect">
              <a:avLst/>
            </a:prstGeom>
            <a:noFill/>
          </p:spPr>
          <p:txBody>
            <a:bodyPr/>
            <a:lstStyle/>
            <a:p>
              <a:pPr algn="ctr"/>
              <a:endParaRPr lang="en-IN"/>
            </a:p>
          </p:txBody>
        </p:sp>
        <p:cxnSp>
          <p:nvCxnSpPr>
            <p:cNvPr id="6" name="AutoShape 52">
              <a:extLst>
                <a:ext uri="{FF2B5EF4-FFF2-40B4-BE49-F238E27FC236}">
                  <a16:creationId xmlns:a16="http://schemas.microsoft.com/office/drawing/2014/main" id="{A6F67FCF-23E1-E8FA-65DA-5FEE1B6BF7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6794" y="0"/>
              <a:ext cx="796" cy="659048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utoShape 53">
              <a:extLst>
                <a:ext uri="{FF2B5EF4-FFF2-40B4-BE49-F238E27FC236}">
                  <a16:creationId xmlns:a16="http://schemas.microsoft.com/office/drawing/2014/main" id="{DB3D53B1-4E4D-1D30-4C32-9E849BA56A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6480" y="659048"/>
              <a:ext cx="440314" cy="259480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utoShape 54">
              <a:extLst>
                <a:ext uri="{FF2B5EF4-FFF2-40B4-BE49-F238E27FC236}">
                  <a16:creationId xmlns:a16="http://schemas.microsoft.com/office/drawing/2014/main" id="{6E03DDA8-1BB7-3CEA-A01F-DC7F797ACA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8737" y="659048"/>
              <a:ext cx="453850" cy="259480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utoShape 55">
              <a:extLst>
                <a:ext uri="{FF2B5EF4-FFF2-40B4-BE49-F238E27FC236}">
                  <a16:creationId xmlns:a16="http://schemas.microsoft.com/office/drawing/2014/main" id="{1B0C9B8D-EA9D-AA46-77AA-E566F45A74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6480" y="265052"/>
              <a:ext cx="441110" cy="134516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AutoShape 56">
              <a:extLst>
                <a:ext uri="{FF2B5EF4-FFF2-40B4-BE49-F238E27FC236}">
                  <a16:creationId xmlns:a16="http://schemas.microsoft.com/office/drawing/2014/main" id="{9F174AA3-CF21-38E5-52A4-6E729B2B6C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88737" y="265052"/>
              <a:ext cx="441907" cy="133720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ounded Rectangle 141">
            <a:extLst>
              <a:ext uri="{FF2B5EF4-FFF2-40B4-BE49-F238E27FC236}">
                <a16:creationId xmlns:a16="http://schemas.microsoft.com/office/drawing/2014/main" id="{71EA3B41-71B0-B36A-D289-C128E85DA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453" y="2776125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Rounded Rectangle 134">
            <a:extLst>
              <a:ext uri="{FF2B5EF4-FFF2-40B4-BE49-F238E27FC236}">
                <a16:creationId xmlns:a16="http://schemas.microsoft.com/office/drawing/2014/main" id="{832BB6DB-2E27-82AB-EE91-B19FAE58A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468" y="3528496"/>
            <a:ext cx="2362200" cy="533400"/>
          </a:xfrm>
          <a:prstGeom prst="roundRect">
            <a:avLst>
              <a:gd name="adj" fmla="val 2023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Rounded Rectangle 135">
            <a:extLst>
              <a:ext uri="{FF2B5EF4-FFF2-40B4-BE49-F238E27FC236}">
                <a16:creationId xmlns:a16="http://schemas.microsoft.com/office/drawing/2014/main" id="{C4EA81DD-A673-A7DD-1236-101E28EEC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4131867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rebuchet MS" panose="020B0603020202020204" pitchFamily="34" charset="0"/>
                <a:cs typeface="Arial" panose="020B0604020202020204" pitchFamily="34" charset="0"/>
              </a:rPr>
              <a:t>Manage Bo</a:t>
            </a: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6A285C-0B44-0619-5ACF-D823553C8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090" y="3332786"/>
            <a:ext cx="685800" cy="520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091010-A7A9-FAAC-00B0-BC899737FE77}"/>
              </a:ext>
            </a:extLst>
          </p:cNvPr>
          <p:cNvCxnSpPr>
            <a:cxnSpLocks noChangeShapeType="1"/>
            <a:endCxn id="28" idx="1"/>
          </p:cNvCxnSpPr>
          <p:nvPr/>
        </p:nvCxnSpPr>
        <p:spPr bwMode="auto">
          <a:xfrm flipV="1">
            <a:off x="1977047" y="2376126"/>
            <a:ext cx="1584791" cy="189465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7F8BC2-219C-2357-F646-DFD9425BED42}"/>
              </a:ext>
            </a:extLst>
          </p:cNvPr>
          <p:cNvCxnSpPr>
            <a:cxnSpLocks noChangeShapeType="1"/>
            <a:endCxn id="11" idx="1"/>
          </p:cNvCxnSpPr>
          <p:nvPr/>
        </p:nvCxnSpPr>
        <p:spPr bwMode="auto">
          <a:xfrm flipV="1">
            <a:off x="2006898" y="3042825"/>
            <a:ext cx="1585555" cy="119056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D18115-CF46-3FEC-7B55-2382FB1C5950}"/>
              </a:ext>
            </a:extLst>
          </p:cNvPr>
          <p:cNvCxnSpPr>
            <a:cxnSpLocks noChangeShapeType="1"/>
            <a:endCxn id="12" idx="1"/>
          </p:cNvCxnSpPr>
          <p:nvPr/>
        </p:nvCxnSpPr>
        <p:spPr bwMode="auto">
          <a:xfrm flipV="1">
            <a:off x="2024260" y="3795196"/>
            <a:ext cx="1579208" cy="50371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88FFCB-8806-E903-EA8F-8D30B67FB70C}"/>
              </a:ext>
            </a:extLst>
          </p:cNvPr>
          <p:cNvCxnSpPr>
            <a:cxnSpLocks noChangeShapeType="1"/>
            <a:endCxn id="13" idx="1"/>
          </p:cNvCxnSpPr>
          <p:nvPr/>
        </p:nvCxnSpPr>
        <p:spPr bwMode="auto">
          <a:xfrm>
            <a:off x="2018321" y="4295602"/>
            <a:ext cx="1585304" cy="10296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53ECA2-6916-32AA-5C84-EF87EB6BE7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86446" y="4243366"/>
            <a:ext cx="1584818" cy="86311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ounded Rectangle 150">
            <a:extLst>
              <a:ext uri="{FF2B5EF4-FFF2-40B4-BE49-F238E27FC236}">
                <a16:creationId xmlns:a16="http://schemas.microsoft.com/office/drawing/2014/main" id="{944294A5-2115-E411-F987-A8E093CF9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845" y="4858498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rebuchet MS" panose="020B0603020202020204" pitchFamily="34" charset="0"/>
                <a:cs typeface="Arial" panose="020B0604020202020204" pitchFamily="34" charset="0"/>
              </a:rPr>
              <a:t>Booking History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E97099-C6F0-9788-BF07-2E8E9FBFA96E}"/>
              </a:ext>
            </a:extLst>
          </p:cNvPr>
          <p:cNvSpPr/>
          <p:nvPr/>
        </p:nvSpPr>
        <p:spPr>
          <a:xfrm>
            <a:off x="3571451" y="2857381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Manage Ground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4E9976-CCAB-8193-6D4B-76E4149A5726}"/>
              </a:ext>
            </a:extLst>
          </p:cNvPr>
          <p:cNvSpPr/>
          <p:nvPr/>
        </p:nvSpPr>
        <p:spPr>
          <a:xfrm>
            <a:off x="3599606" y="3588571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</a:t>
            </a:r>
            <a:r>
              <a:rPr lang="en-IN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anage</a:t>
            </a:r>
            <a:r>
              <a: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scheduler	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65031-4BCF-0864-F191-6AB0AAB08D28}"/>
              </a:ext>
            </a:extLst>
          </p:cNvPr>
          <p:cNvSpPr/>
          <p:nvPr/>
        </p:nvSpPr>
        <p:spPr>
          <a:xfrm>
            <a:off x="3581064" y="4912834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</a:t>
            </a:r>
            <a:r>
              <a:rPr lang="en-IN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ogout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CD5F48-5457-171E-2679-39E6315E2D70}"/>
              </a:ext>
            </a:extLst>
          </p:cNvPr>
          <p:cNvSpPr/>
          <p:nvPr/>
        </p:nvSpPr>
        <p:spPr>
          <a:xfrm>
            <a:off x="3524615" y="4218730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ManageUsers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8" name="Rounded Rectangle 141">
            <a:extLst>
              <a:ext uri="{FF2B5EF4-FFF2-40B4-BE49-F238E27FC236}">
                <a16:creationId xmlns:a16="http://schemas.microsoft.com/office/drawing/2014/main" id="{9F878282-C7B8-B077-18BA-D56713CC2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838" y="2109426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E6F3EA-F29B-585C-AB5D-9CFCC4E16012}"/>
              </a:ext>
            </a:extLst>
          </p:cNvPr>
          <p:cNvSpPr/>
          <p:nvPr/>
        </p:nvSpPr>
        <p:spPr>
          <a:xfrm>
            <a:off x="3979843" y="2213474"/>
            <a:ext cx="156408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Register/Login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850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263E3-A2AF-F63A-0C5E-D984C706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668594"/>
          </a:xfrm>
        </p:spPr>
        <p:txBody>
          <a:bodyPr/>
          <a:lstStyle/>
          <a:p>
            <a:r>
              <a:rPr lang="en-US" dirty="0"/>
              <a:t>Use cases diagram : users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1AFBB-8C4F-3678-9057-78C3286BC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65006"/>
            <a:ext cx="10131425" cy="510294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Users</a:t>
            </a:r>
            <a:endParaRPr lang="en-IN" dirty="0"/>
          </a:p>
        </p:txBody>
      </p:sp>
      <p:grpSp>
        <p:nvGrpSpPr>
          <p:cNvPr id="31" name="Canvas 133">
            <a:extLst>
              <a:ext uri="{FF2B5EF4-FFF2-40B4-BE49-F238E27FC236}">
                <a16:creationId xmlns:a16="http://schemas.microsoft.com/office/drawing/2014/main" id="{1825952B-1C12-6622-D311-2FADEF4CA92C}"/>
              </a:ext>
            </a:extLst>
          </p:cNvPr>
          <p:cNvGrpSpPr/>
          <p:nvPr/>
        </p:nvGrpSpPr>
        <p:grpSpPr>
          <a:xfrm>
            <a:off x="915713" y="3858491"/>
            <a:ext cx="1734185" cy="1033145"/>
            <a:chOff x="0" y="0"/>
            <a:chExt cx="1734185" cy="103314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1A6825E-7CE8-BE0D-C563-12876F30ECE3}"/>
                </a:ext>
              </a:extLst>
            </p:cNvPr>
            <p:cNvSpPr/>
            <p:nvPr/>
          </p:nvSpPr>
          <p:spPr>
            <a:xfrm>
              <a:off x="0" y="0"/>
              <a:ext cx="1734185" cy="1033145"/>
            </a:xfrm>
            <a:prstGeom prst="rect">
              <a:avLst/>
            </a:prstGeom>
            <a:noFill/>
          </p:spPr>
          <p:txBody>
            <a:bodyPr/>
            <a:lstStyle/>
            <a:p>
              <a:pPr algn="ctr"/>
              <a:endParaRPr lang="en-IN"/>
            </a:p>
          </p:txBody>
        </p:sp>
        <p:cxnSp>
          <p:nvCxnSpPr>
            <p:cNvPr id="33" name="AutoShape 52">
              <a:extLst>
                <a:ext uri="{FF2B5EF4-FFF2-40B4-BE49-F238E27FC236}">
                  <a16:creationId xmlns:a16="http://schemas.microsoft.com/office/drawing/2014/main" id="{5F40B616-665B-8378-B525-E37BD9ECEA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6794" y="0"/>
              <a:ext cx="796" cy="659048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AutoShape 53">
              <a:extLst>
                <a:ext uri="{FF2B5EF4-FFF2-40B4-BE49-F238E27FC236}">
                  <a16:creationId xmlns:a16="http://schemas.microsoft.com/office/drawing/2014/main" id="{05587BDC-5362-FDB1-5578-C90FAFF71F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6480" y="659048"/>
              <a:ext cx="440314" cy="259480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AutoShape 54">
              <a:extLst>
                <a:ext uri="{FF2B5EF4-FFF2-40B4-BE49-F238E27FC236}">
                  <a16:creationId xmlns:a16="http://schemas.microsoft.com/office/drawing/2014/main" id="{C02F7155-2086-97EB-3803-460171909B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8737" y="659048"/>
              <a:ext cx="453850" cy="259480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AutoShape 55">
              <a:extLst>
                <a:ext uri="{FF2B5EF4-FFF2-40B4-BE49-F238E27FC236}">
                  <a16:creationId xmlns:a16="http://schemas.microsoft.com/office/drawing/2014/main" id="{0EA23EB6-8BC4-8849-EFA0-6E6678508A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6480" y="265052"/>
              <a:ext cx="441110" cy="134516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AutoShape 56">
              <a:extLst>
                <a:ext uri="{FF2B5EF4-FFF2-40B4-BE49-F238E27FC236}">
                  <a16:creationId xmlns:a16="http://schemas.microsoft.com/office/drawing/2014/main" id="{B0DD17A3-DC76-6381-C4F5-8C4DE8C025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88737" y="265052"/>
              <a:ext cx="441907" cy="133720"/>
            </a:xfrm>
            <a:prstGeom prst="straightConnector1">
              <a:avLst/>
            </a:prstGeom>
            <a:ln w="19050"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ounded Rectangle 141">
            <a:extLst>
              <a:ext uri="{FF2B5EF4-FFF2-40B4-BE49-F238E27FC236}">
                <a16:creationId xmlns:a16="http://schemas.microsoft.com/office/drawing/2014/main" id="{073912FC-AAEB-B274-D872-CF5A2867C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453" y="2776125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39" name="Rounded Rectangle 134">
            <a:extLst>
              <a:ext uri="{FF2B5EF4-FFF2-40B4-BE49-F238E27FC236}">
                <a16:creationId xmlns:a16="http://schemas.microsoft.com/office/drawing/2014/main" id="{FCEF9B41-E110-A4AB-3B8F-A8893BD97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468" y="3528496"/>
            <a:ext cx="2362200" cy="533400"/>
          </a:xfrm>
          <a:prstGeom prst="roundRect">
            <a:avLst>
              <a:gd name="adj" fmla="val 2023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40" name="Rounded Rectangle 135">
            <a:extLst>
              <a:ext uri="{FF2B5EF4-FFF2-40B4-BE49-F238E27FC236}">
                <a16:creationId xmlns:a16="http://schemas.microsoft.com/office/drawing/2014/main" id="{DCC62E0E-24B3-6B7B-551D-AF2C88A96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4131867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rebuchet MS" panose="020B0603020202020204" pitchFamily="34" charset="0"/>
                <a:cs typeface="Arial" panose="020B0604020202020204" pitchFamily="34" charset="0"/>
              </a:rPr>
              <a:t>Manage Bo</a:t>
            </a: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D0A31A-C9D9-49FC-84BB-8ECBD2DF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090" y="3332786"/>
            <a:ext cx="685800" cy="520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0349A9A-DB06-6D41-9E27-7BAE1FEE74A4}"/>
              </a:ext>
            </a:extLst>
          </p:cNvPr>
          <p:cNvCxnSpPr>
            <a:cxnSpLocks noChangeShapeType="1"/>
            <a:endCxn id="52" idx="1"/>
          </p:cNvCxnSpPr>
          <p:nvPr/>
        </p:nvCxnSpPr>
        <p:spPr bwMode="auto">
          <a:xfrm flipV="1">
            <a:off x="1977047" y="2376126"/>
            <a:ext cx="1584791" cy="189465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4AA05FE-BD2D-31D6-049B-A0D8FC37C5C3}"/>
              </a:ext>
            </a:extLst>
          </p:cNvPr>
          <p:cNvCxnSpPr>
            <a:cxnSpLocks noChangeShapeType="1"/>
            <a:endCxn id="38" idx="1"/>
          </p:cNvCxnSpPr>
          <p:nvPr/>
        </p:nvCxnSpPr>
        <p:spPr bwMode="auto">
          <a:xfrm flipV="1">
            <a:off x="2006898" y="3042825"/>
            <a:ext cx="1585555" cy="119056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DD33CB7-D6EB-AE6B-DB74-13CDA1C2EFAC}"/>
              </a:ext>
            </a:extLst>
          </p:cNvPr>
          <p:cNvCxnSpPr>
            <a:cxnSpLocks noChangeShapeType="1"/>
            <a:endCxn id="39" idx="1"/>
          </p:cNvCxnSpPr>
          <p:nvPr/>
        </p:nvCxnSpPr>
        <p:spPr bwMode="auto">
          <a:xfrm flipV="1">
            <a:off x="2024260" y="3795196"/>
            <a:ext cx="1579208" cy="50371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9AFC41-CDC2-EEEF-DBFA-6060A850F160}"/>
              </a:ext>
            </a:extLst>
          </p:cNvPr>
          <p:cNvCxnSpPr>
            <a:cxnSpLocks noChangeShapeType="1"/>
            <a:endCxn id="40" idx="1"/>
          </p:cNvCxnSpPr>
          <p:nvPr/>
        </p:nvCxnSpPr>
        <p:spPr bwMode="auto">
          <a:xfrm>
            <a:off x="2018321" y="4295602"/>
            <a:ext cx="1585304" cy="10296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9DC77E6-5606-309A-FA92-D441978AC6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86446" y="4243366"/>
            <a:ext cx="1584818" cy="86311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Rounded Rectangle 150">
            <a:extLst>
              <a:ext uri="{FF2B5EF4-FFF2-40B4-BE49-F238E27FC236}">
                <a16:creationId xmlns:a16="http://schemas.microsoft.com/office/drawing/2014/main" id="{C656E847-143B-1A3C-14EE-4C20E4230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845" y="4858498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rebuchet MS" panose="020B0603020202020204" pitchFamily="34" charset="0"/>
                <a:cs typeface="Arial" panose="020B0604020202020204" pitchFamily="34" charset="0"/>
              </a:rPr>
              <a:t>Booking History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AFF582-FAA3-2DDB-9442-405C422EB4C9}"/>
              </a:ext>
            </a:extLst>
          </p:cNvPr>
          <p:cNvSpPr/>
          <p:nvPr/>
        </p:nvSpPr>
        <p:spPr>
          <a:xfrm>
            <a:off x="3571451" y="2857381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Check ground </a:t>
            </a:r>
            <a:r>
              <a:rPr lang="en-US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avaliblity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8A70DF-C91E-BF6C-BA23-B8492D1DE870}"/>
              </a:ext>
            </a:extLst>
          </p:cNvPr>
          <p:cNvSpPr/>
          <p:nvPr/>
        </p:nvSpPr>
        <p:spPr>
          <a:xfrm>
            <a:off x="3599606" y="3588571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Book ground slot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AF10D3-DADE-4A11-047B-307D6A5D9C5D}"/>
              </a:ext>
            </a:extLst>
          </p:cNvPr>
          <p:cNvSpPr/>
          <p:nvPr/>
        </p:nvSpPr>
        <p:spPr>
          <a:xfrm>
            <a:off x="3581064" y="4912834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View booking history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5B9C69-590C-A54A-C6AB-2038E693D46A}"/>
              </a:ext>
            </a:extLst>
          </p:cNvPr>
          <p:cNvSpPr/>
          <p:nvPr/>
        </p:nvSpPr>
        <p:spPr>
          <a:xfrm>
            <a:off x="3524615" y="4218730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Make payment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2" name="Rounded Rectangle 141">
            <a:extLst>
              <a:ext uri="{FF2B5EF4-FFF2-40B4-BE49-F238E27FC236}">
                <a16:creationId xmlns:a16="http://schemas.microsoft.com/office/drawing/2014/main" id="{EF2570C7-66DB-7119-1462-A38F335D4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838" y="2109426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AFA655-C475-0805-18C5-E782AB6CFADD}"/>
              </a:ext>
            </a:extLst>
          </p:cNvPr>
          <p:cNvSpPr/>
          <p:nvPr/>
        </p:nvSpPr>
        <p:spPr>
          <a:xfrm>
            <a:off x="3979843" y="2213474"/>
            <a:ext cx="156408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Register/Login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4" name="Rounded Rectangle 150">
            <a:extLst>
              <a:ext uri="{FF2B5EF4-FFF2-40B4-BE49-F238E27FC236}">
                <a16:creationId xmlns:a16="http://schemas.microsoft.com/office/drawing/2014/main" id="{F21BAC3B-AB40-4F32-3985-44E6C938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064" y="5541387"/>
            <a:ext cx="2362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xx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32F11BC-0636-08F9-207F-3F611D1311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93114" y="4295416"/>
            <a:ext cx="1461638" cy="12745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61E18CC-4152-4827-52C2-B3D0DF21AC44}"/>
              </a:ext>
            </a:extLst>
          </p:cNvPr>
          <p:cNvSpPr/>
          <p:nvPr/>
        </p:nvSpPr>
        <p:spPr>
          <a:xfrm>
            <a:off x="3542238" y="5619016"/>
            <a:ext cx="24234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Submit feedback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574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E7830-E098-7270-224A-837A98105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6631"/>
          <a:stretch>
            <a:fillRect/>
          </a:stretch>
        </p:blipFill>
        <p:spPr>
          <a:xfrm>
            <a:off x="1386348" y="196646"/>
            <a:ext cx="8229600" cy="62631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2DF8B8-4CC5-51E0-3974-9F291BB90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262" y="855406"/>
            <a:ext cx="565112" cy="56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89E0F-35C3-397D-A636-89D966FD3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953"/>
          <a:stretch>
            <a:fillRect/>
          </a:stretch>
        </p:blipFill>
        <p:spPr>
          <a:xfrm>
            <a:off x="1773201" y="277761"/>
            <a:ext cx="8339034" cy="6302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C6E7AD-0CF3-2E79-A46F-8CF976141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727" y="903742"/>
            <a:ext cx="722428" cy="567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96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BEEF-71E3-202F-864C-C333E3B7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72" y="235974"/>
            <a:ext cx="10131425" cy="629265"/>
          </a:xfrm>
        </p:spPr>
        <p:txBody>
          <a:bodyPr>
            <a:normAutofit fontScale="90000"/>
          </a:bodyPr>
          <a:lstStyle/>
          <a:p>
            <a:r>
              <a:rPr lang="en-IN" dirty="0"/>
              <a:t>Data Dictionary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BECC65E-CC7A-AA77-AFA7-EDAEB7DCB2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551428"/>
            <a:ext cx="797205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user information for registration and booking activities.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Manages username, password, and user role for system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Contains details of different sports available in the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information about sports grounds and their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Maintains records of ground bookings made by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payment details related to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Manages available dates and time slots of grounds.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feedback given by users about the system or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Contains administrator details for managing the system. </a:t>
            </a:r>
          </a:p>
        </p:txBody>
      </p:sp>
    </p:spTree>
    <p:extLst>
      <p:ext uri="{BB962C8B-B14F-4D97-AF65-F5344CB8AC3E}">
        <p14:creationId xmlns:p14="http://schemas.microsoft.com/office/powerpoint/2010/main" val="1528780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9E85-7FDF-E57C-2B90-F102E802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F743-EE80-9787-A532-3CCE21C4A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  <a:endParaRPr lang="en-IN" sz="7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2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76750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539</TotalTime>
  <Words>463</Words>
  <Application>Microsoft Office PowerPoint</Application>
  <PresentationFormat>Widescreen</PresentationFormat>
  <Paragraphs>116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Celestial</vt:lpstr>
      <vt:lpstr>SPORTS GROUND MANAGEMENT SYSTEM</vt:lpstr>
      <vt:lpstr>Introduction</vt:lpstr>
      <vt:lpstr>Existing SySTEM</vt:lpstr>
      <vt:lpstr>SYSTEM FLOWCHART(EXISTING SYSTEM)</vt:lpstr>
      <vt:lpstr>ER DIAGREAM</vt:lpstr>
      <vt:lpstr>PROBLEM OF EXISTING SYSTEM</vt:lpstr>
      <vt:lpstr>   Proposed  SYSTEM OVERVIEW</vt:lpstr>
      <vt:lpstr>SCOPE OF THE SYSTEM</vt:lpstr>
      <vt:lpstr>Use  cases diagram : admin</vt:lpstr>
      <vt:lpstr>Use cases diagram : users</vt:lpstr>
      <vt:lpstr>PowerPoint Presentation</vt:lpstr>
      <vt:lpstr>PowerPoint Presentation</vt:lpstr>
      <vt:lpstr>Data Dictionary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VIRAJ MARU</dc:creator>
  <cp:lastModifiedBy>VIRAJ MARU</cp:lastModifiedBy>
  <cp:revision>116</cp:revision>
  <dcterms:created xsi:type="dcterms:W3CDTF">2026-03-22T16:16:05Z</dcterms:created>
  <dcterms:modified xsi:type="dcterms:W3CDTF">2026-04-10T15:23:41Z</dcterms:modified>
</cp:coreProperties>
</file>